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B0C7CD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0"/>
              </a:lnSpc>
            </a:pPr>
            <a:r>
              <a:rPr dirty="0" spc="-30"/>
              <a:t>GoStop </a:t>
            </a:r>
            <a:r>
              <a:rPr dirty="0" spc="-10"/>
              <a:t>Automation</a:t>
            </a:r>
            <a:r>
              <a:rPr dirty="0" spc="-20"/>
              <a:t> </a:t>
            </a:r>
            <a:r>
              <a:rPr dirty="0" spc="-1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B0C7CD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0"/>
              </a:lnSpc>
            </a:pPr>
            <a:r>
              <a:rPr dirty="0" spc="-30"/>
              <a:t>GoStop </a:t>
            </a:r>
            <a:r>
              <a:rPr dirty="0" spc="-10"/>
              <a:t>Automation</a:t>
            </a:r>
            <a:r>
              <a:rPr dirty="0" spc="-20"/>
              <a:t> </a:t>
            </a:r>
            <a:r>
              <a:rPr dirty="0" spc="-1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B0C7CD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0"/>
              </a:lnSpc>
            </a:pPr>
            <a:r>
              <a:rPr dirty="0" spc="-30"/>
              <a:t>GoStop </a:t>
            </a:r>
            <a:r>
              <a:rPr dirty="0" spc="-10"/>
              <a:t>Automation</a:t>
            </a:r>
            <a:r>
              <a:rPr dirty="0" spc="-20"/>
              <a:t> </a:t>
            </a:r>
            <a:r>
              <a:rPr dirty="0" spc="-10"/>
              <a:t>Project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B0C7CD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0"/>
              </a:lnSpc>
            </a:pPr>
            <a:r>
              <a:rPr dirty="0" spc="-30"/>
              <a:t>GoStop </a:t>
            </a:r>
            <a:r>
              <a:rPr dirty="0" spc="-10"/>
              <a:t>Automation</a:t>
            </a:r>
            <a:r>
              <a:rPr dirty="0" spc="-20"/>
              <a:t> </a:t>
            </a:r>
            <a:r>
              <a:rPr dirty="0" spc="-10"/>
              <a:t>Project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B0C7CD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0"/>
              </a:lnSpc>
            </a:pPr>
            <a:r>
              <a:rPr dirty="0" spc="-30"/>
              <a:t>GoStop </a:t>
            </a:r>
            <a:r>
              <a:rPr dirty="0" spc="-10"/>
              <a:t>Automation</a:t>
            </a:r>
            <a:r>
              <a:rPr dirty="0" spc="-20"/>
              <a:t> </a:t>
            </a:r>
            <a:r>
              <a:rPr dirty="0" spc="-10"/>
              <a:t>Project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2004" y="1221858"/>
            <a:ext cx="9089390" cy="7727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652295" y="6110676"/>
            <a:ext cx="1396364" cy="131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B0C7CD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90"/>
              </a:lnSpc>
            </a:pPr>
            <a:r>
              <a:rPr dirty="0" spc="-30"/>
              <a:t>GoStop </a:t>
            </a:r>
            <a:r>
              <a:rPr dirty="0" spc="-10"/>
              <a:t>Automation</a:t>
            </a:r>
            <a:r>
              <a:rPr dirty="0" spc="-20"/>
              <a:t> </a:t>
            </a:r>
            <a:r>
              <a:rPr dirty="0" spc="-10"/>
              <a:t>Project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5654" y="1215509"/>
            <a:ext cx="9102090" cy="5125720"/>
            <a:chOff x="795654" y="1215509"/>
            <a:chExt cx="9102090" cy="5125720"/>
          </a:xfrm>
        </p:grpSpPr>
        <p:sp>
          <p:nvSpPr>
            <p:cNvPr id="3" name="object 3"/>
            <p:cNvSpPr/>
            <p:nvPr/>
          </p:nvSpPr>
          <p:spPr>
            <a:xfrm>
              <a:off x="4892230" y="1221858"/>
              <a:ext cx="4999355" cy="5113020"/>
            </a:xfrm>
            <a:custGeom>
              <a:avLst/>
              <a:gdLst/>
              <a:ahLst/>
              <a:cxnLst/>
              <a:rect l="l" t="t" r="r" b="b"/>
              <a:pathLst>
                <a:path w="4999355" h="5113020">
                  <a:moveTo>
                    <a:pt x="0" y="5112782"/>
                  </a:moveTo>
                  <a:lnTo>
                    <a:pt x="4999164" y="5112782"/>
                  </a:lnTo>
                  <a:lnTo>
                    <a:pt x="4999164" y="0"/>
                  </a:lnTo>
                  <a:lnTo>
                    <a:pt x="0" y="0"/>
                  </a:lnTo>
                  <a:lnTo>
                    <a:pt x="0" y="5112782"/>
                  </a:lnTo>
                  <a:close/>
                </a:path>
              </a:pathLst>
            </a:custGeom>
            <a:solidFill>
              <a:srgbClr val="004E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02004" y="1221858"/>
              <a:ext cx="4090670" cy="5113020"/>
            </a:xfrm>
            <a:custGeom>
              <a:avLst/>
              <a:gdLst/>
              <a:ahLst/>
              <a:cxnLst/>
              <a:rect l="l" t="t" r="r" b="b"/>
              <a:pathLst>
                <a:path w="4090670" h="5113020">
                  <a:moveTo>
                    <a:pt x="4114800" y="5143500"/>
                  </a:moveTo>
                  <a:lnTo>
                    <a:pt x="0" y="5143500"/>
                  </a:lnTo>
                  <a:lnTo>
                    <a:pt x="0" y="0"/>
                  </a:lnTo>
                  <a:lnTo>
                    <a:pt x="4114800" y="0"/>
                  </a:lnTo>
                  <a:lnTo>
                    <a:pt x="4114800" y="5143500"/>
                  </a:lnTo>
                  <a:close/>
                </a:path>
              </a:pathLst>
            </a:custGeom>
            <a:solidFill>
              <a:srgbClr val="0180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02004" y="1221859"/>
              <a:ext cx="1454785" cy="1454785"/>
            </a:xfrm>
            <a:custGeom>
              <a:avLst/>
              <a:gdLst/>
              <a:ahLst/>
              <a:cxnLst/>
              <a:rect l="l" t="t" r="r" b="b"/>
              <a:pathLst>
                <a:path w="1454785" h="1454785">
                  <a:moveTo>
                    <a:pt x="454469" y="1454302"/>
                  </a:moveTo>
                  <a:lnTo>
                    <a:pt x="406026" y="1453149"/>
                  </a:lnTo>
                  <a:lnTo>
                    <a:pt x="358178" y="1449725"/>
                  </a:lnTo>
                  <a:lnTo>
                    <a:pt x="310978" y="1444083"/>
                  </a:lnTo>
                  <a:lnTo>
                    <a:pt x="264477" y="1436274"/>
                  </a:lnTo>
                  <a:lnTo>
                    <a:pt x="218729" y="1426351"/>
                  </a:lnTo>
                  <a:lnTo>
                    <a:pt x="173785" y="1414367"/>
                  </a:lnTo>
                  <a:lnTo>
                    <a:pt x="129698" y="1400373"/>
                  </a:lnTo>
                  <a:lnTo>
                    <a:pt x="86520" y="1384423"/>
                  </a:lnTo>
                  <a:lnTo>
                    <a:pt x="44304" y="1366568"/>
                  </a:lnTo>
                  <a:lnTo>
                    <a:pt x="3102" y="1346862"/>
                  </a:lnTo>
                  <a:lnTo>
                    <a:pt x="0" y="1345199"/>
                  </a:lnTo>
                  <a:lnTo>
                    <a:pt x="0" y="0"/>
                  </a:lnTo>
                  <a:lnTo>
                    <a:pt x="1345199" y="0"/>
                  </a:lnTo>
                  <a:lnTo>
                    <a:pt x="1346861" y="3102"/>
                  </a:lnTo>
                  <a:lnTo>
                    <a:pt x="1366568" y="44304"/>
                  </a:lnTo>
                  <a:lnTo>
                    <a:pt x="1384422" y="86520"/>
                  </a:lnTo>
                  <a:lnTo>
                    <a:pt x="1400373" y="129698"/>
                  </a:lnTo>
                  <a:lnTo>
                    <a:pt x="1414366" y="173785"/>
                  </a:lnTo>
                  <a:lnTo>
                    <a:pt x="1426350" y="218729"/>
                  </a:lnTo>
                  <a:lnTo>
                    <a:pt x="1436273" y="264477"/>
                  </a:lnTo>
                  <a:lnTo>
                    <a:pt x="1444082" y="310978"/>
                  </a:lnTo>
                  <a:lnTo>
                    <a:pt x="1449725" y="358178"/>
                  </a:lnTo>
                  <a:lnTo>
                    <a:pt x="1453149" y="406026"/>
                  </a:lnTo>
                  <a:lnTo>
                    <a:pt x="1454302" y="454469"/>
                  </a:lnTo>
                  <a:lnTo>
                    <a:pt x="1453149" y="502912"/>
                  </a:lnTo>
                  <a:lnTo>
                    <a:pt x="1449725" y="550760"/>
                  </a:lnTo>
                  <a:lnTo>
                    <a:pt x="1444082" y="597960"/>
                  </a:lnTo>
                  <a:lnTo>
                    <a:pt x="1436273" y="644461"/>
                  </a:lnTo>
                  <a:lnTo>
                    <a:pt x="1426350" y="690209"/>
                  </a:lnTo>
                  <a:lnTo>
                    <a:pt x="1414366" y="735153"/>
                  </a:lnTo>
                  <a:lnTo>
                    <a:pt x="1400373" y="779240"/>
                  </a:lnTo>
                  <a:lnTo>
                    <a:pt x="1384422" y="822418"/>
                  </a:lnTo>
                  <a:lnTo>
                    <a:pt x="1366568" y="864634"/>
                  </a:lnTo>
                  <a:lnTo>
                    <a:pt x="1346861" y="905836"/>
                  </a:lnTo>
                  <a:lnTo>
                    <a:pt x="1325355" y="945971"/>
                  </a:lnTo>
                  <a:lnTo>
                    <a:pt x="1302101" y="984988"/>
                  </a:lnTo>
                  <a:lnTo>
                    <a:pt x="1277153" y="1022834"/>
                  </a:lnTo>
                  <a:lnTo>
                    <a:pt x="1250562" y="1059456"/>
                  </a:lnTo>
                  <a:lnTo>
                    <a:pt x="1222381" y="1094802"/>
                  </a:lnTo>
                  <a:lnTo>
                    <a:pt x="1192662" y="1128820"/>
                  </a:lnTo>
                  <a:lnTo>
                    <a:pt x="1161458" y="1161458"/>
                  </a:lnTo>
                  <a:lnTo>
                    <a:pt x="1128820" y="1192662"/>
                  </a:lnTo>
                  <a:lnTo>
                    <a:pt x="1094802" y="1222381"/>
                  </a:lnTo>
                  <a:lnTo>
                    <a:pt x="1059456" y="1250562"/>
                  </a:lnTo>
                  <a:lnTo>
                    <a:pt x="1022834" y="1277153"/>
                  </a:lnTo>
                  <a:lnTo>
                    <a:pt x="984988" y="1302102"/>
                  </a:lnTo>
                  <a:lnTo>
                    <a:pt x="945971" y="1325355"/>
                  </a:lnTo>
                  <a:lnTo>
                    <a:pt x="905836" y="1346862"/>
                  </a:lnTo>
                  <a:lnTo>
                    <a:pt x="864634" y="1366568"/>
                  </a:lnTo>
                  <a:lnTo>
                    <a:pt x="822417" y="1384423"/>
                  </a:lnTo>
                  <a:lnTo>
                    <a:pt x="779240" y="1400373"/>
                  </a:lnTo>
                  <a:lnTo>
                    <a:pt x="735153" y="1414367"/>
                  </a:lnTo>
                  <a:lnTo>
                    <a:pt x="690209" y="1426351"/>
                  </a:lnTo>
                  <a:lnTo>
                    <a:pt x="644460" y="1436274"/>
                  </a:lnTo>
                  <a:lnTo>
                    <a:pt x="597960" y="1444083"/>
                  </a:lnTo>
                  <a:lnTo>
                    <a:pt x="550760" y="1449725"/>
                  </a:lnTo>
                  <a:lnTo>
                    <a:pt x="502912" y="1453149"/>
                  </a:lnTo>
                  <a:lnTo>
                    <a:pt x="454469" y="1454302"/>
                  </a:lnTo>
                  <a:close/>
                </a:path>
              </a:pathLst>
            </a:custGeom>
            <a:solidFill>
              <a:srgbClr val="01C299">
                <a:alpha val="2470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02004" y="1221859"/>
              <a:ext cx="1454785" cy="1454785"/>
            </a:xfrm>
            <a:custGeom>
              <a:avLst/>
              <a:gdLst/>
              <a:ahLst/>
              <a:cxnLst/>
              <a:rect l="l" t="t" r="r" b="b"/>
              <a:pathLst>
                <a:path w="1454785" h="1454785">
                  <a:moveTo>
                    <a:pt x="1345199" y="0"/>
                  </a:moveTo>
                  <a:lnTo>
                    <a:pt x="1366568" y="44304"/>
                  </a:lnTo>
                  <a:lnTo>
                    <a:pt x="1384422" y="86520"/>
                  </a:lnTo>
                  <a:lnTo>
                    <a:pt x="1400373" y="129698"/>
                  </a:lnTo>
                  <a:lnTo>
                    <a:pt x="1414366" y="173785"/>
                  </a:lnTo>
                  <a:lnTo>
                    <a:pt x="1426350" y="218729"/>
                  </a:lnTo>
                  <a:lnTo>
                    <a:pt x="1436273" y="264477"/>
                  </a:lnTo>
                  <a:lnTo>
                    <a:pt x="1444082" y="310978"/>
                  </a:lnTo>
                  <a:lnTo>
                    <a:pt x="1449725" y="358178"/>
                  </a:lnTo>
                  <a:lnTo>
                    <a:pt x="1453149" y="406026"/>
                  </a:lnTo>
                  <a:lnTo>
                    <a:pt x="1454302" y="454469"/>
                  </a:lnTo>
                  <a:lnTo>
                    <a:pt x="1453149" y="502912"/>
                  </a:lnTo>
                  <a:lnTo>
                    <a:pt x="1449725" y="550760"/>
                  </a:lnTo>
                  <a:lnTo>
                    <a:pt x="1444082" y="597960"/>
                  </a:lnTo>
                  <a:lnTo>
                    <a:pt x="1436273" y="644461"/>
                  </a:lnTo>
                  <a:lnTo>
                    <a:pt x="1426350" y="690209"/>
                  </a:lnTo>
                  <a:lnTo>
                    <a:pt x="1414366" y="735153"/>
                  </a:lnTo>
                  <a:lnTo>
                    <a:pt x="1400373" y="779240"/>
                  </a:lnTo>
                  <a:lnTo>
                    <a:pt x="1384422" y="822418"/>
                  </a:lnTo>
                  <a:lnTo>
                    <a:pt x="1366568" y="864634"/>
                  </a:lnTo>
                  <a:lnTo>
                    <a:pt x="1346861" y="905836"/>
                  </a:lnTo>
                  <a:lnTo>
                    <a:pt x="1325355" y="945971"/>
                  </a:lnTo>
                  <a:lnTo>
                    <a:pt x="1302101" y="984988"/>
                  </a:lnTo>
                  <a:lnTo>
                    <a:pt x="1277153" y="1022834"/>
                  </a:lnTo>
                  <a:lnTo>
                    <a:pt x="1250562" y="1059456"/>
                  </a:lnTo>
                  <a:lnTo>
                    <a:pt x="1222381" y="1094802"/>
                  </a:lnTo>
                  <a:lnTo>
                    <a:pt x="1192662" y="1128820"/>
                  </a:lnTo>
                  <a:lnTo>
                    <a:pt x="1161458" y="1161458"/>
                  </a:lnTo>
                  <a:lnTo>
                    <a:pt x="1128820" y="1192662"/>
                  </a:lnTo>
                  <a:lnTo>
                    <a:pt x="1094802" y="1222381"/>
                  </a:lnTo>
                  <a:lnTo>
                    <a:pt x="1059456" y="1250562"/>
                  </a:lnTo>
                  <a:lnTo>
                    <a:pt x="1022834" y="1277153"/>
                  </a:lnTo>
                  <a:lnTo>
                    <a:pt x="984988" y="1302102"/>
                  </a:lnTo>
                  <a:lnTo>
                    <a:pt x="945971" y="1325355"/>
                  </a:lnTo>
                  <a:lnTo>
                    <a:pt x="905836" y="1346862"/>
                  </a:lnTo>
                  <a:lnTo>
                    <a:pt x="864634" y="1366568"/>
                  </a:lnTo>
                  <a:lnTo>
                    <a:pt x="822417" y="1384423"/>
                  </a:lnTo>
                  <a:lnTo>
                    <a:pt x="779240" y="1400373"/>
                  </a:lnTo>
                  <a:lnTo>
                    <a:pt x="735153" y="1414367"/>
                  </a:lnTo>
                  <a:lnTo>
                    <a:pt x="690209" y="1426351"/>
                  </a:lnTo>
                  <a:lnTo>
                    <a:pt x="644460" y="1436274"/>
                  </a:lnTo>
                  <a:lnTo>
                    <a:pt x="597960" y="1444083"/>
                  </a:lnTo>
                  <a:lnTo>
                    <a:pt x="550760" y="1449725"/>
                  </a:lnTo>
                  <a:lnTo>
                    <a:pt x="502912" y="1453149"/>
                  </a:lnTo>
                  <a:lnTo>
                    <a:pt x="454469" y="1454302"/>
                  </a:lnTo>
                  <a:lnTo>
                    <a:pt x="406026" y="1453149"/>
                  </a:lnTo>
                  <a:lnTo>
                    <a:pt x="358178" y="1449725"/>
                  </a:lnTo>
                  <a:lnTo>
                    <a:pt x="310978" y="1444083"/>
                  </a:lnTo>
                  <a:lnTo>
                    <a:pt x="264477" y="1436274"/>
                  </a:lnTo>
                  <a:lnTo>
                    <a:pt x="218729" y="1426351"/>
                  </a:lnTo>
                  <a:lnTo>
                    <a:pt x="173785" y="1414367"/>
                  </a:lnTo>
                  <a:lnTo>
                    <a:pt x="129698" y="1400373"/>
                  </a:lnTo>
                  <a:lnTo>
                    <a:pt x="86520" y="1384423"/>
                  </a:lnTo>
                  <a:lnTo>
                    <a:pt x="44304" y="1366568"/>
                  </a:lnTo>
                  <a:lnTo>
                    <a:pt x="3102" y="1346862"/>
                  </a:lnTo>
                  <a:lnTo>
                    <a:pt x="0" y="1345199"/>
                  </a:lnTo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528821" y="4675827"/>
              <a:ext cx="2545080" cy="1659255"/>
            </a:xfrm>
            <a:custGeom>
              <a:avLst/>
              <a:gdLst/>
              <a:ahLst/>
              <a:cxnLst/>
              <a:rect l="l" t="t" r="r" b="b"/>
              <a:pathLst>
                <a:path w="2545079" h="1659254">
                  <a:moveTo>
                    <a:pt x="2500056" y="1668779"/>
                  </a:moveTo>
                  <a:lnTo>
                    <a:pt x="60263" y="1668779"/>
                  </a:lnTo>
                  <a:lnTo>
                    <a:pt x="54200" y="1649887"/>
                  </a:lnTo>
                  <a:lnTo>
                    <a:pt x="41749" y="1605664"/>
                  </a:lnTo>
                  <a:lnTo>
                    <a:pt x="30858" y="1560810"/>
                  </a:lnTo>
                  <a:lnTo>
                    <a:pt x="21558" y="1515356"/>
                  </a:lnTo>
                  <a:lnTo>
                    <a:pt x="13879" y="1469332"/>
                  </a:lnTo>
                  <a:lnTo>
                    <a:pt x="7853" y="1422770"/>
                  </a:lnTo>
                  <a:lnTo>
                    <a:pt x="3511" y="1375699"/>
                  </a:lnTo>
                  <a:lnTo>
                    <a:pt x="882" y="1328152"/>
                  </a:lnTo>
                  <a:lnTo>
                    <a:pt x="0" y="1280159"/>
                  </a:lnTo>
                  <a:lnTo>
                    <a:pt x="882" y="1232167"/>
                  </a:lnTo>
                  <a:lnTo>
                    <a:pt x="3511" y="1184620"/>
                  </a:lnTo>
                  <a:lnTo>
                    <a:pt x="7853" y="1137549"/>
                  </a:lnTo>
                  <a:lnTo>
                    <a:pt x="13879" y="1090987"/>
                  </a:lnTo>
                  <a:lnTo>
                    <a:pt x="21558" y="1044963"/>
                  </a:lnTo>
                  <a:lnTo>
                    <a:pt x="30858" y="999509"/>
                  </a:lnTo>
                  <a:lnTo>
                    <a:pt x="41749" y="954655"/>
                  </a:lnTo>
                  <a:lnTo>
                    <a:pt x="54200" y="910432"/>
                  </a:lnTo>
                  <a:lnTo>
                    <a:pt x="68179" y="866872"/>
                  </a:lnTo>
                  <a:lnTo>
                    <a:pt x="83657" y="824006"/>
                  </a:lnTo>
                  <a:lnTo>
                    <a:pt x="100601" y="781863"/>
                  </a:lnTo>
                  <a:lnTo>
                    <a:pt x="118981" y="740476"/>
                  </a:lnTo>
                  <a:lnTo>
                    <a:pt x="138766" y="699875"/>
                  </a:lnTo>
                  <a:lnTo>
                    <a:pt x="159925" y="660091"/>
                  </a:lnTo>
                  <a:lnTo>
                    <a:pt x="182427" y="621156"/>
                  </a:lnTo>
                  <a:lnTo>
                    <a:pt x="206241" y="583099"/>
                  </a:lnTo>
                  <a:lnTo>
                    <a:pt x="231336" y="545952"/>
                  </a:lnTo>
                  <a:lnTo>
                    <a:pt x="257682" y="509746"/>
                  </a:lnTo>
                  <a:lnTo>
                    <a:pt x="285247" y="474512"/>
                  </a:lnTo>
                  <a:lnTo>
                    <a:pt x="314001" y="440280"/>
                  </a:lnTo>
                  <a:lnTo>
                    <a:pt x="343912" y="407083"/>
                  </a:lnTo>
                  <a:lnTo>
                    <a:pt x="374949" y="374950"/>
                  </a:lnTo>
                  <a:lnTo>
                    <a:pt x="407083" y="343912"/>
                  </a:lnTo>
                  <a:lnTo>
                    <a:pt x="440280" y="314001"/>
                  </a:lnTo>
                  <a:lnTo>
                    <a:pt x="474512" y="285248"/>
                  </a:lnTo>
                  <a:lnTo>
                    <a:pt x="509746" y="257682"/>
                  </a:lnTo>
                  <a:lnTo>
                    <a:pt x="545952" y="231337"/>
                  </a:lnTo>
                  <a:lnTo>
                    <a:pt x="583099" y="206241"/>
                  </a:lnTo>
                  <a:lnTo>
                    <a:pt x="621156" y="182427"/>
                  </a:lnTo>
                  <a:lnTo>
                    <a:pt x="660091" y="159925"/>
                  </a:lnTo>
                  <a:lnTo>
                    <a:pt x="699875" y="138766"/>
                  </a:lnTo>
                  <a:lnTo>
                    <a:pt x="740476" y="118981"/>
                  </a:lnTo>
                  <a:lnTo>
                    <a:pt x="781863" y="100601"/>
                  </a:lnTo>
                  <a:lnTo>
                    <a:pt x="824006" y="83657"/>
                  </a:lnTo>
                  <a:lnTo>
                    <a:pt x="866872" y="68179"/>
                  </a:lnTo>
                  <a:lnTo>
                    <a:pt x="910432" y="54200"/>
                  </a:lnTo>
                  <a:lnTo>
                    <a:pt x="954655" y="41749"/>
                  </a:lnTo>
                  <a:lnTo>
                    <a:pt x="999508" y="30859"/>
                  </a:lnTo>
                  <a:lnTo>
                    <a:pt x="1044963" y="21558"/>
                  </a:lnTo>
                  <a:lnTo>
                    <a:pt x="1090987" y="13880"/>
                  </a:lnTo>
                  <a:lnTo>
                    <a:pt x="1137549" y="7853"/>
                  </a:lnTo>
                  <a:lnTo>
                    <a:pt x="1184619" y="3511"/>
                  </a:lnTo>
                  <a:lnTo>
                    <a:pt x="1232166" y="882"/>
                  </a:lnTo>
                  <a:lnTo>
                    <a:pt x="1280159" y="0"/>
                  </a:lnTo>
                  <a:lnTo>
                    <a:pt x="1328152" y="882"/>
                  </a:lnTo>
                  <a:lnTo>
                    <a:pt x="1375699" y="3511"/>
                  </a:lnTo>
                  <a:lnTo>
                    <a:pt x="1422769" y="7853"/>
                  </a:lnTo>
                  <a:lnTo>
                    <a:pt x="1469332" y="13880"/>
                  </a:lnTo>
                  <a:lnTo>
                    <a:pt x="1515356" y="21558"/>
                  </a:lnTo>
                  <a:lnTo>
                    <a:pt x="1560810" y="30859"/>
                  </a:lnTo>
                  <a:lnTo>
                    <a:pt x="1605664" y="41749"/>
                  </a:lnTo>
                  <a:lnTo>
                    <a:pt x="1649886" y="54200"/>
                  </a:lnTo>
                  <a:lnTo>
                    <a:pt x="1693446" y="68179"/>
                  </a:lnTo>
                  <a:lnTo>
                    <a:pt x="1736313" y="83657"/>
                  </a:lnTo>
                  <a:lnTo>
                    <a:pt x="1778455" y="100601"/>
                  </a:lnTo>
                  <a:lnTo>
                    <a:pt x="1819842" y="118981"/>
                  </a:lnTo>
                  <a:lnTo>
                    <a:pt x="1860443" y="138766"/>
                  </a:lnTo>
                  <a:lnTo>
                    <a:pt x="1900227" y="159925"/>
                  </a:lnTo>
                  <a:lnTo>
                    <a:pt x="1939163" y="182427"/>
                  </a:lnTo>
                  <a:lnTo>
                    <a:pt x="1977220" y="206241"/>
                  </a:lnTo>
                  <a:lnTo>
                    <a:pt x="2014367" y="231337"/>
                  </a:lnTo>
                  <a:lnTo>
                    <a:pt x="2050573" y="257682"/>
                  </a:lnTo>
                  <a:lnTo>
                    <a:pt x="2085807" y="285248"/>
                  </a:lnTo>
                  <a:lnTo>
                    <a:pt x="2120038" y="314001"/>
                  </a:lnTo>
                  <a:lnTo>
                    <a:pt x="2153236" y="343912"/>
                  </a:lnTo>
                  <a:lnTo>
                    <a:pt x="2185369" y="374950"/>
                  </a:lnTo>
                  <a:lnTo>
                    <a:pt x="2216407" y="407083"/>
                  </a:lnTo>
                  <a:lnTo>
                    <a:pt x="2246318" y="440280"/>
                  </a:lnTo>
                  <a:lnTo>
                    <a:pt x="2275071" y="474512"/>
                  </a:lnTo>
                  <a:lnTo>
                    <a:pt x="2302636" y="509746"/>
                  </a:lnTo>
                  <a:lnTo>
                    <a:pt x="2328982" y="545952"/>
                  </a:lnTo>
                  <a:lnTo>
                    <a:pt x="2354078" y="583099"/>
                  </a:lnTo>
                  <a:lnTo>
                    <a:pt x="2377892" y="621156"/>
                  </a:lnTo>
                  <a:lnTo>
                    <a:pt x="2400394" y="660091"/>
                  </a:lnTo>
                  <a:lnTo>
                    <a:pt x="2421553" y="699875"/>
                  </a:lnTo>
                  <a:lnTo>
                    <a:pt x="2441338" y="740476"/>
                  </a:lnTo>
                  <a:lnTo>
                    <a:pt x="2459718" y="781863"/>
                  </a:lnTo>
                  <a:lnTo>
                    <a:pt x="2476662" y="824006"/>
                  </a:lnTo>
                  <a:lnTo>
                    <a:pt x="2492139" y="866872"/>
                  </a:lnTo>
                  <a:lnTo>
                    <a:pt x="2506119" y="910432"/>
                  </a:lnTo>
                  <a:lnTo>
                    <a:pt x="2518569" y="954655"/>
                  </a:lnTo>
                  <a:lnTo>
                    <a:pt x="2529460" y="999509"/>
                  </a:lnTo>
                  <a:lnTo>
                    <a:pt x="2538760" y="1044963"/>
                  </a:lnTo>
                  <a:lnTo>
                    <a:pt x="2546439" y="1090987"/>
                  </a:lnTo>
                  <a:lnTo>
                    <a:pt x="2552465" y="1137549"/>
                  </a:lnTo>
                  <a:lnTo>
                    <a:pt x="2556808" y="1184620"/>
                  </a:lnTo>
                  <a:lnTo>
                    <a:pt x="2559436" y="1232167"/>
                  </a:lnTo>
                  <a:lnTo>
                    <a:pt x="2560319" y="1280159"/>
                  </a:lnTo>
                  <a:lnTo>
                    <a:pt x="2559436" y="1328152"/>
                  </a:lnTo>
                  <a:lnTo>
                    <a:pt x="2556808" y="1375699"/>
                  </a:lnTo>
                  <a:lnTo>
                    <a:pt x="2552465" y="1422770"/>
                  </a:lnTo>
                  <a:lnTo>
                    <a:pt x="2546439" y="1469332"/>
                  </a:lnTo>
                  <a:lnTo>
                    <a:pt x="2538760" y="1515356"/>
                  </a:lnTo>
                  <a:lnTo>
                    <a:pt x="2529460" y="1560810"/>
                  </a:lnTo>
                  <a:lnTo>
                    <a:pt x="2518569" y="1605664"/>
                  </a:lnTo>
                  <a:lnTo>
                    <a:pt x="2506119" y="1649887"/>
                  </a:lnTo>
                  <a:lnTo>
                    <a:pt x="2500056" y="1668779"/>
                  </a:lnTo>
                  <a:close/>
                </a:path>
              </a:pathLst>
            </a:custGeom>
            <a:solidFill>
              <a:srgbClr val="01C299">
                <a:alpha val="196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28821" y="4675827"/>
              <a:ext cx="2545080" cy="1659255"/>
            </a:xfrm>
            <a:custGeom>
              <a:avLst/>
              <a:gdLst/>
              <a:ahLst/>
              <a:cxnLst/>
              <a:rect l="l" t="t" r="r" b="b"/>
              <a:pathLst>
                <a:path w="2545079" h="1659254">
                  <a:moveTo>
                    <a:pt x="60263" y="1668779"/>
                  </a:moveTo>
                  <a:lnTo>
                    <a:pt x="41749" y="1605664"/>
                  </a:lnTo>
                  <a:lnTo>
                    <a:pt x="30859" y="1560810"/>
                  </a:lnTo>
                  <a:lnTo>
                    <a:pt x="21558" y="1515356"/>
                  </a:lnTo>
                  <a:lnTo>
                    <a:pt x="13880" y="1469332"/>
                  </a:lnTo>
                  <a:lnTo>
                    <a:pt x="7853" y="1422770"/>
                  </a:lnTo>
                  <a:lnTo>
                    <a:pt x="3511" y="1375699"/>
                  </a:lnTo>
                  <a:lnTo>
                    <a:pt x="882" y="1328152"/>
                  </a:lnTo>
                  <a:lnTo>
                    <a:pt x="0" y="1280160"/>
                  </a:lnTo>
                  <a:lnTo>
                    <a:pt x="882" y="1232167"/>
                  </a:lnTo>
                  <a:lnTo>
                    <a:pt x="3511" y="1184620"/>
                  </a:lnTo>
                  <a:lnTo>
                    <a:pt x="7853" y="1137549"/>
                  </a:lnTo>
                  <a:lnTo>
                    <a:pt x="13880" y="1090987"/>
                  </a:lnTo>
                  <a:lnTo>
                    <a:pt x="21558" y="1044963"/>
                  </a:lnTo>
                  <a:lnTo>
                    <a:pt x="30859" y="999509"/>
                  </a:lnTo>
                  <a:lnTo>
                    <a:pt x="41749" y="954655"/>
                  </a:lnTo>
                  <a:lnTo>
                    <a:pt x="54200" y="910432"/>
                  </a:lnTo>
                  <a:lnTo>
                    <a:pt x="68179" y="866872"/>
                  </a:lnTo>
                  <a:lnTo>
                    <a:pt x="83657" y="824006"/>
                  </a:lnTo>
                  <a:lnTo>
                    <a:pt x="100601" y="781863"/>
                  </a:lnTo>
                  <a:lnTo>
                    <a:pt x="118981" y="740476"/>
                  </a:lnTo>
                  <a:lnTo>
                    <a:pt x="138766" y="699875"/>
                  </a:lnTo>
                  <a:lnTo>
                    <a:pt x="159925" y="660092"/>
                  </a:lnTo>
                  <a:lnTo>
                    <a:pt x="182427" y="621156"/>
                  </a:lnTo>
                  <a:lnTo>
                    <a:pt x="206241" y="583099"/>
                  </a:lnTo>
                  <a:lnTo>
                    <a:pt x="231337" y="545952"/>
                  </a:lnTo>
                  <a:lnTo>
                    <a:pt x="257682" y="509746"/>
                  </a:lnTo>
                  <a:lnTo>
                    <a:pt x="285247" y="474512"/>
                  </a:lnTo>
                  <a:lnTo>
                    <a:pt x="314001" y="440280"/>
                  </a:lnTo>
                  <a:lnTo>
                    <a:pt x="343912" y="407083"/>
                  </a:lnTo>
                  <a:lnTo>
                    <a:pt x="374950" y="374950"/>
                  </a:lnTo>
                  <a:lnTo>
                    <a:pt x="407083" y="343912"/>
                  </a:lnTo>
                  <a:lnTo>
                    <a:pt x="440280" y="314001"/>
                  </a:lnTo>
                  <a:lnTo>
                    <a:pt x="474512" y="285248"/>
                  </a:lnTo>
                  <a:lnTo>
                    <a:pt x="509746" y="257682"/>
                  </a:lnTo>
                  <a:lnTo>
                    <a:pt x="545952" y="231337"/>
                  </a:lnTo>
                  <a:lnTo>
                    <a:pt x="583099" y="206241"/>
                  </a:lnTo>
                  <a:lnTo>
                    <a:pt x="621156" y="182427"/>
                  </a:lnTo>
                  <a:lnTo>
                    <a:pt x="660091" y="159925"/>
                  </a:lnTo>
                  <a:lnTo>
                    <a:pt x="699875" y="138766"/>
                  </a:lnTo>
                  <a:lnTo>
                    <a:pt x="740476" y="118981"/>
                  </a:lnTo>
                  <a:lnTo>
                    <a:pt x="781863" y="100601"/>
                  </a:lnTo>
                  <a:lnTo>
                    <a:pt x="824006" y="83657"/>
                  </a:lnTo>
                  <a:lnTo>
                    <a:pt x="866872" y="68180"/>
                  </a:lnTo>
                  <a:lnTo>
                    <a:pt x="910432" y="54200"/>
                  </a:lnTo>
                  <a:lnTo>
                    <a:pt x="954655" y="41750"/>
                  </a:lnTo>
                  <a:lnTo>
                    <a:pt x="999508" y="30859"/>
                  </a:lnTo>
                  <a:lnTo>
                    <a:pt x="1044963" y="21558"/>
                  </a:lnTo>
                  <a:lnTo>
                    <a:pt x="1090987" y="13880"/>
                  </a:lnTo>
                  <a:lnTo>
                    <a:pt x="1137549" y="7853"/>
                  </a:lnTo>
                  <a:lnTo>
                    <a:pt x="1184620" y="3511"/>
                  </a:lnTo>
                  <a:lnTo>
                    <a:pt x="1232167" y="882"/>
                  </a:lnTo>
                  <a:lnTo>
                    <a:pt x="1280159" y="0"/>
                  </a:lnTo>
                  <a:lnTo>
                    <a:pt x="1328152" y="882"/>
                  </a:lnTo>
                  <a:lnTo>
                    <a:pt x="1375699" y="3511"/>
                  </a:lnTo>
                  <a:lnTo>
                    <a:pt x="1422769" y="7853"/>
                  </a:lnTo>
                  <a:lnTo>
                    <a:pt x="1469332" y="13880"/>
                  </a:lnTo>
                  <a:lnTo>
                    <a:pt x="1515356" y="21558"/>
                  </a:lnTo>
                  <a:lnTo>
                    <a:pt x="1560810" y="30859"/>
                  </a:lnTo>
                  <a:lnTo>
                    <a:pt x="1605664" y="41750"/>
                  </a:lnTo>
                  <a:lnTo>
                    <a:pt x="1649887" y="54200"/>
                  </a:lnTo>
                  <a:lnTo>
                    <a:pt x="1693446" y="68180"/>
                  </a:lnTo>
                  <a:lnTo>
                    <a:pt x="1736313" y="83657"/>
                  </a:lnTo>
                  <a:lnTo>
                    <a:pt x="1778455" y="100601"/>
                  </a:lnTo>
                  <a:lnTo>
                    <a:pt x="1819843" y="118981"/>
                  </a:lnTo>
                  <a:lnTo>
                    <a:pt x="1860443" y="138766"/>
                  </a:lnTo>
                  <a:lnTo>
                    <a:pt x="1900227" y="159925"/>
                  </a:lnTo>
                  <a:lnTo>
                    <a:pt x="1939163" y="182427"/>
                  </a:lnTo>
                  <a:lnTo>
                    <a:pt x="1977220" y="206241"/>
                  </a:lnTo>
                  <a:lnTo>
                    <a:pt x="2014367" y="231337"/>
                  </a:lnTo>
                  <a:lnTo>
                    <a:pt x="2050573" y="257682"/>
                  </a:lnTo>
                  <a:lnTo>
                    <a:pt x="2085807" y="285248"/>
                  </a:lnTo>
                  <a:lnTo>
                    <a:pt x="2120038" y="314001"/>
                  </a:lnTo>
                  <a:lnTo>
                    <a:pt x="2153236" y="343912"/>
                  </a:lnTo>
                  <a:lnTo>
                    <a:pt x="2185369" y="374950"/>
                  </a:lnTo>
                  <a:lnTo>
                    <a:pt x="2216407" y="407083"/>
                  </a:lnTo>
                  <a:lnTo>
                    <a:pt x="2246318" y="440280"/>
                  </a:lnTo>
                  <a:lnTo>
                    <a:pt x="2275071" y="474512"/>
                  </a:lnTo>
                  <a:lnTo>
                    <a:pt x="2302636" y="509746"/>
                  </a:lnTo>
                  <a:lnTo>
                    <a:pt x="2328982" y="545952"/>
                  </a:lnTo>
                  <a:lnTo>
                    <a:pt x="2354078" y="583099"/>
                  </a:lnTo>
                  <a:lnTo>
                    <a:pt x="2377892" y="621156"/>
                  </a:lnTo>
                  <a:lnTo>
                    <a:pt x="2400394" y="660092"/>
                  </a:lnTo>
                  <a:lnTo>
                    <a:pt x="2421553" y="699875"/>
                  </a:lnTo>
                  <a:lnTo>
                    <a:pt x="2441338" y="740476"/>
                  </a:lnTo>
                  <a:lnTo>
                    <a:pt x="2459718" y="781863"/>
                  </a:lnTo>
                  <a:lnTo>
                    <a:pt x="2476662" y="824006"/>
                  </a:lnTo>
                  <a:lnTo>
                    <a:pt x="2492139" y="866872"/>
                  </a:lnTo>
                  <a:lnTo>
                    <a:pt x="2506119" y="910432"/>
                  </a:lnTo>
                  <a:lnTo>
                    <a:pt x="2518569" y="954655"/>
                  </a:lnTo>
                  <a:lnTo>
                    <a:pt x="2529460" y="999509"/>
                  </a:lnTo>
                  <a:lnTo>
                    <a:pt x="2538761" y="1044963"/>
                  </a:lnTo>
                  <a:lnTo>
                    <a:pt x="2546439" y="1090987"/>
                  </a:lnTo>
                  <a:lnTo>
                    <a:pt x="2552465" y="1137549"/>
                  </a:lnTo>
                  <a:lnTo>
                    <a:pt x="2556808" y="1184620"/>
                  </a:lnTo>
                  <a:lnTo>
                    <a:pt x="2559436" y="1232167"/>
                  </a:lnTo>
                  <a:lnTo>
                    <a:pt x="2560319" y="1280160"/>
                  </a:lnTo>
                  <a:lnTo>
                    <a:pt x="2559436" y="1328152"/>
                  </a:lnTo>
                  <a:lnTo>
                    <a:pt x="2556808" y="1375699"/>
                  </a:lnTo>
                  <a:lnTo>
                    <a:pt x="2552465" y="1422770"/>
                  </a:lnTo>
                  <a:lnTo>
                    <a:pt x="2546439" y="1469332"/>
                  </a:lnTo>
                  <a:lnTo>
                    <a:pt x="2538761" y="1515356"/>
                  </a:lnTo>
                  <a:lnTo>
                    <a:pt x="2529460" y="1560810"/>
                  </a:lnTo>
                  <a:lnTo>
                    <a:pt x="2518569" y="1605664"/>
                  </a:lnTo>
                  <a:lnTo>
                    <a:pt x="2506119" y="1649887"/>
                  </a:lnTo>
                  <a:lnTo>
                    <a:pt x="2500056" y="1668779"/>
                  </a:lnTo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623205" y="4857614"/>
              <a:ext cx="2268220" cy="1477645"/>
            </a:xfrm>
            <a:custGeom>
              <a:avLst/>
              <a:gdLst/>
              <a:ahLst/>
              <a:cxnLst/>
              <a:rect l="l" t="t" r="r" b="b"/>
              <a:pathLst>
                <a:path w="2268220" h="1477645">
                  <a:moveTo>
                    <a:pt x="2268188" y="1477026"/>
                  </a:moveTo>
                  <a:lnTo>
                    <a:pt x="0" y="1477026"/>
                  </a:lnTo>
                  <a:lnTo>
                    <a:pt x="2341" y="1445862"/>
                  </a:lnTo>
                  <a:lnTo>
                    <a:pt x="7341" y="1398383"/>
                  </a:lnTo>
                  <a:lnTo>
                    <a:pt x="13724" y="1351330"/>
                  </a:lnTo>
                  <a:lnTo>
                    <a:pt x="21468" y="1304723"/>
                  </a:lnTo>
                  <a:lnTo>
                    <a:pt x="30552" y="1258583"/>
                  </a:lnTo>
                  <a:lnTo>
                    <a:pt x="40957" y="1212931"/>
                  </a:lnTo>
                  <a:lnTo>
                    <a:pt x="52660" y="1167787"/>
                  </a:lnTo>
                  <a:lnTo>
                    <a:pt x="65641" y="1123173"/>
                  </a:lnTo>
                  <a:lnTo>
                    <a:pt x="79880" y="1079109"/>
                  </a:lnTo>
                  <a:lnTo>
                    <a:pt x="95355" y="1035616"/>
                  </a:lnTo>
                  <a:lnTo>
                    <a:pt x="112046" y="992715"/>
                  </a:lnTo>
                  <a:lnTo>
                    <a:pt x="129932" y="950426"/>
                  </a:lnTo>
                  <a:lnTo>
                    <a:pt x="148992" y="908771"/>
                  </a:lnTo>
                  <a:lnTo>
                    <a:pt x="169206" y="867771"/>
                  </a:lnTo>
                  <a:lnTo>
                    <a:pt x="190552" y="827445"/>
                  </a:lnTo>
                  <a:lnTo>
                    <a:pt x="213010" y="787815"/>
                  </a:lnTo>
                  <a:lnTo>
                    <a:pt x="236559" y="748901"/>
                  </a:lnTo>
                  <a:lnTo>
                    <a:pt x="261178" y="710725"/>
                  </a:lnTo>
                  <a:lnTo>
                    <a:pt x="286846" y="673308"/>
                  </a:lnTo>
                  <a:lnTo>
                    <a:pt x="313543" y="636669"/>
                  </a:lnTo>
                  <a:lnTo>
                    <a:pt x="341248" y="600830"/>
                  </a:lnTo>
                  <a:lnTo>
                    <a:pt x="369940" y="565812"/>
                  </a:lnTo>
                  <a:lnTo>
                    <a:pt x="399598" y="531635"/>
                  </a:lnTo>
                  <a:lnTo>
                    <a:pt x="430201" y="498320"/>
                  </a:lnTo>
                  <a:lnTo>
                    <a:pt x="461729" y="465888"/>
                  </a:lnTo>
                  <a:lnTo>
                    <a:pt x="494161" y="434360"/>
                  </a:lnTo>
                  <a:lnTo>
                    <a:pt x="527475" y="403757"/>
                  </a:lnTo>
                  <a:lnTo>
                    <a:pt x="561652" y="374099"/>
                  </a:lnTo>
                  <a:lnTo>
                    <a:pt x="596671" y="345407"/>
                  </a:lnTo>
                  <a:lnTo>
                    <a:pt x="632510" y="317702"/>
                  </a:lnTo>
                  <a:lnTo>
                    <a:pt x="669148" y="291005"/>
                  </a:lnTo>
                  <a:lnTo>
                    <a:pt x="706566" y="265337"/>
                  </a:lnTo>
                  <a:lnTo>
                    <a:pt x="744742" y="240718"/>
                  </a:lnTo>
                  <a:lnTo>
                    <a:pt x="783656" y="217169"/>
                  </a:lnTo>
                  <a:lnTo>
                    <a:pt x="823285" y="194711"/>
                  </a:lnTo>
                  <a:lnTo>
                    <a:pt x="863611" y="173365"/>
                  </a:lnTo>
                  <a:lnTo>
                    <a:pt x="904779" y="153075"/>
                  </a:lnTo>
                  <a:lnTo>
                    <a:pt x="946267" y="134091"/>
                  </a:lnTo>
                  <a:lnTo>
                    <a:pt x="988556" y="116205"/>
                  </a:lnTo>
                  <a:lnTo>
                    <a:pt x="1031457" y="99514"/>
                  </a:lnTo>
                  <a:lnTo>
                    <a:pt x="1074950" y="84039"/>
                  </a:lnTo>
                  <a:lnTo>
                    <a:pt x="1119013" y="69800"/>
                  </a:lnTo>
                  <a:lnTo>
                    <a:pt x="1163628" y="56819"/>
                  </a:lnTo>
                  <a:lnTo>
                    <a:pt x="1208771" y="45116"/>
                  </a:lnTo>
                  <a:lnTo>
                    <a:pt x="1254423" y="34711"/>
                  </a:lnTo>
                  <a:lnTo>
                    <a:pt x="1300563" y="25627"/>
                  </a:lnTo>
                  <a:lnTo>
                    <a:pt x="1347171" y="17883"/>
                  </a:lnTo>
                  <a:lnTo>
                    <a:pt x="1394224" y="11500"/>
                  </a:lnTo>
                  <a:lnTo>
                    <a:pt x="1441703" y="6500"/>
                  </a:lnTo>
                  <a:lnTo>
                    <a:pt x="1489586" y="2902"/>
                  </a:lnTo>
                  <a:lnTo>
                    <a:pt x="1537853" y="729"/>
                  </a:lnTo>
                  <a:lnTo>
                    <a:pt x="1586484" y="0"/>
                  </a:lnTo>
                  <a:lnTo>
                    <a:pt x="1635114" y="729"/>
                  </a:lnTo>
                  <a:lnTo>
                    <a:pt x="1683381" y="2902"/>
                  </a:lnTo>
                  <a:lnTo>
                    <a:pt x="1731265" y="6500"/>
                  </a:lnTo>
                  <a:lnTo>
                    <a:pt x="1778743" y="11500"/>
                  </a:lnTo>
                  <a:lnTo>
                    <a:pt x="1825797" y="17883"/>
                  </a:lnTo>
                  <a:lnTo>
                    <a:pt x="1872404" y="25627"/>
                  </a:lnTo>
                  <a:lnTo>
                    <a:pt x="1918544" y="34711"/>
                  </a:lnTo>
                  <a:lnTo>
                    <a:pt x="1964196" y="45116"/>
                  </a:lnTo>
                  <a:lnTo>
                    <a:pt x="2009340" y="56819"/>
                  </a:lnTo>
                  <a:lnTo>
                    <a:pt x="2053954" y="69800"/>
                  </a:lnTo>
                  <a:lnTo>
                    <a:pt x="2098018" y="84039"/>
                  </a:lnTo>
                  <a:lnTo>
                    <a:pt x="2141511" y="99514"/>
                  </a:lnTo>
                  <a:lnTo>
                    <a:pt x="2184412" y="116205"/>
                  </a:lnTo>
                  <a:lnTo>
                    <a:pt x="2226700" y="134091"/>
                  </a:lnTo>
                  <a:lnTo>
                    <a:pt x="2268188" y="153075"/>
                  </a:lnTo>
                  <a:lnTo>
                    <a:pt x="2268188" y="1477026"/>
                  </a:lnTo>
                  <a:close/>
                </a:path>
              </a:pathLst>
            </a:custGeom>
            <a:solidFill>
              <a:srgbClr val="01C299">
                <a:alpha val="1450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623205" y="4857614"/>
              <a:ext cx="2268220" cy="1477645"/>
            </a:xfrm>
            <a:custGeom>
              <a:avLst/>
              <a:gdLst/>
              <a:ahLst/>
              <a:cxnLst/>
              <a:rect l="l" t="t" r="r" b="b"/>
              <a:pathLst>
                <a:path w="2268220" h="1477645">
                  <a:moveTo>
                    <a:pt x="0" y="1477026"/>
                  </a:moveTo>
                  <a:lnTo>
                    <a:pt x="7341" y="1398383"/>
                  </a:lnTo>
                  <a:lnTo>
                    <a:pt x="13724" y="1351330"/>
                  </a:lnTo>
                  <a:lnTo>
                    <a:pt x="21468" y="1304723"/>
                  </a:lnTo>
                  <a:lnTo>
                    <a:pt x="30552" y="1258583"/>
                  </a:lnTo>
                  <a:lnTo>
                    <a:pt x="40957" y="1212931"/>
                  </a:lnTo>
                  <a:lnTo>
                    <a:pt x="52660" y="1167787"/>
                  </a:lnTo>
                  <a:lnTo>
                    <a:pt x="65641" y="1123173"/>
                  </a:lnTo>
                  <a:lnTo>
                    <a:pt x="79880" y="1079109"/>
                  </a:lnTo>
                  <a:lnTo>
                    <a:pt x="95355" y="1035616"/>
                  </a:lnTo>
                  <a:lnTo>
                    <a:pt x="112046" y="992715"/>
                  </a:lnTo>
                  <a:lnTo>
                    <a:pt x="129932" y="950426"/>
                  </a:lnTo>
                  <a:lnTo>
                    <a:pt x="148992" y="908771"/>
                  </a:lnTo>
                  <a:lnTo>
                    <a:pt x="169206" y="867771"/>
                  </a:lnTo>
                  <a:lnTo>
                    <a:pt x="190552" y="827445"/>
                  </a:lnTo>
                  <a:lnTo>
                    <a:pt x="213010" y="787815"/>
                  </a:lnTo>
                  <a:lnTo>
                    <a:pt x="236559" y="748901"/>
                  </a:lnTo>
                  <a:lnTo>
                    <a:pt x="261178" y="710725"/>
                  </a:lnTo>
                  <a:lnTo>
                    <a:pt x="286846" y="673308"/>
                  </a:lnTo>
                  <a:lnTo>
                    <a:pt x="313543" y="636669"/>
                  </a:lnTo>
                  <a:lnTo>
                    <a:pt x="341248" y="600830"/>
                  </a:lnTo>
                  <a:lnTo>
                    <a:pt x="369940" y="565812"/>
                  </a:lnTo>
                  <a:lnTo>
                    <a:pt x="399598" y="531635"/>
                  </a:lnTo>
                  <a:lnTo>
                    <a:pt x="430201" y="498320"/>
                  </a:lnTo>
                  <a:lnTo>
                    <a:pt x="461729" y="465888"/>
                  </a:lnTo>
                  <a:lnTo>
                    <a:pt x="494161" y="434360"/>
                  </a:lnTo>
                  <a:lnTo>
                    <a:pt x="527475" y="403757"/>
                  </a:lnTo>
                  <a:lnTo>
                    <a:pt x="561652" y="374099"/>
                  </a:lnTo>
                  <a:lnTo>
                    <a:pt x="596671" y="345407"/>
                  </a:lnTo>
                  <a:lnTo>
                    <a:pt x="632510" y="317702"/>
                  </a:lnTo>
                  <a:lnTo>
                    <a:pt x="669148" y="291005"/>
                  </a:lnTo>
                  <a:lnTo>
                    <a:pt x="706566" y="265337"/>
                  </a:lnTo>
                  <a:lnTo>
                    <a:pt x="744742" y="240718"/>
                  </a:lnTo>
                  <a:lnTo>
                    <a:pt x="783656" y="217169"/>
                  </a:lnTo>
                  <a:lnTo>
                    <a:pt x="823285" y="194711"/>
                  </a:lnTo>
                  <a:lnTo>
                    <a:pt x="863611" y="173365"/>
                  </a:lnTo>
                  <a:lnTo>
                    <a:pt x="904612" y="153151"/>
                  </a:lnTo>
                  <a:lnTo>
                    <a:pt x="946267" y="134091"/>
                  </a:lnTo>
                  <a:lnTo>
                    <a:pt x="988556" y="116205"/>
                  </a:lnTo>
                  <a:lnTo>
                    <a:pt x="1031457" y="99514"/>
                  </a:lnTo>
                  <a:lnTo>
                    <a:pt x="1074950" y="84039"/>
                  </a:lnTo>
                  <a:lnTo>
                    <a:pt x="1119013" y="69800"/>
                  </a:lnTo>
                  <a:lnTo>
                    <a:pt x="1163628" y="56819"/>
                  </a:lnTo>
                  <a:lnTo>
                    <a:pt x="1208771" y="45116"/>
                  </a:lnTo>
                  <a:lnTo>
                    <a:pt x="1254423" y="34711"/>
                  </a:lnTo>
                  <a:lnTo>
                    <a:pt x="1300563" y="25627"/>
                  </a:lnTo>
                  <a:lnTo>
                    <a:pt x="1347171" y="17883"/>
                  </a:lnTo>
                  <a:lnTo>
                    <a:pt x="1394224" y="11500"/>
                  </a:lnTo>
                  <a:lnTo>
                    <a:pt x="1441703" y="6500"/>
                  </a:lnTo>
                  <a:lnTo>
                    <a:pt x="1489586" y="2902"/>
                  </a:lnTo>
                  <a:lnTo>
                    <a:pt x="1537853" y="729"/>
                  </a:lnTo>
                  <a:lnTo>
                    <a:pt x="1586484" y="0"/>
                  </a:lnTo>
                  <a:lnTo>
                    <a:pt x="1635114" y="729"/>
                  </a:lnTo>
                  <a:lnTo>
                    <a:pt x="1683381" y="2902"/>
                  </a:lnTo>
                  <a:lnTo>
                    <a:pt x="1731265" y="6500"/>
                  </a:lnTo>
                  <a:lnTo>
                    <a:pt x="1778743" y="11500"/>
                  </a:lnTo>
                  <a:lnTo>
                    <a:pt x="1825797" y="17883"/>
                  </a:lnTo>
                  <a:lnTo>
                    <a:pt x="1872404" y="25627"/>
                  </a:lnTo>
                  <a:lnTo>
                    <a:pt x="1918544" y="34711"/>
                  </a:lnTo>
                  <a:lnTo>
                    <a:pt x="1964196" y="45116"/>
                  </a:lnTo>
                  <a:lnTo>
                    <a:pt x="2009340" y="56819"/>
                  </a:lnTo>
                  <a:lnTo>
                    <a:pt x="2053954" y="69800"/>
                  </a:lnTo>
                  <a:lnTo>
                    <a:pt x="2098018" y="84039"/>
                  </a:lnTo>
                  <a:lnTo>
                    <a:pt x="2141511" y="99514"/>
                  </a:lnTo>
                  <a:lnTo>
                    <a:pt x="2184412" y="116205"/>
                  </a:lnTo>
                  <a:lnTo>
                    <a:pt x="2226700" y="134091"/>
                  </a:lnTo>
                  <a:lnTo>
                    <a:pt x="2268188" y="153075"/>
                  </a:lnTo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061986" y="1999246"/>
            <a:ext cx="1798955" cy="8242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5200" spc="-590"/>
              <a:t>GoStop</a:t>
            </a:r>
            <a:endParaRPr sz="5200"/>
          </a:p>
        </p:txBody>
      </p:sp>
      <p:sp>
        <p:nvSpPr>
          <p:cNvPr id="12" name="object 12"/>
          <p:cNvSpPr txBox="1"/>
          <p:nvPr/>
        </p:nvSpPr>
        <p:spPr>
          <a:xfrm>
            <a:off x="1061986" y="3133936"/>
            <a:ext cx="1978025" cy="5924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2215"/>
              </a:lnSpc>
              <a:spcBef>
                <a:spcPts val="130"/>
              </a:spcBef>
            </a:pPr>
            <a:r>
              <a:rPr dirty="0" sz="1950" spc="-20">
                <a:solidFill>
                  <a:srgbClr val="01C299"/>
                </a:solidFill>
                <a:latin typeface="Roboto"/>
                <a:cs typeface="Roboto"/>
              </a:rPr>
              <a:t>AUTOMATION</a:t>
            </a:r>
            <a:endParaRPr sz="1950">
              <a:latin typeface="Roboto"/>
              <a:cs typeface="Roboto"/>
            </a:endParaRPr>
          </a:p>
          <a:p>
            <a:pPr marL="12700">
              <a:lnSpc>
                <a:spcPts val="2215"/>
              </a:lnSpc>
            </a:pPr>
            <a:r>
              <a:rPr dirty="0" sz="1950" spc="-95">
                <a:solidFill>
                  <a:srgbClr val="01C299"/>
                </a:solidFill>
                <a:latin typeface="Roboto"/>
                <a:cs typeface="Roboto"/>
              </a:rPr>
              <a:t>TESTING</a:t>
            </a:r>
            <a:r>
              <a:rPr dirty="0" sz="1950" spc="-80">
                <a:solidFill>
                  <a:srgbClr val="01C299"/>
                </a:solidFill>
                <a:latin typeface="Roboto"/>
                <a:cs typeface="Roboto"/>
              </a:rPr>
              <a:t> PROJECT</a:t>
            </a:r>
            <a:endParaRPr sz="195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068336" y="4033220"/>
            <a:ext cx="5694045" cy="394970"/>
            <a:chOff x="1068336" y="4033220"/>
            <a:chExt cx="5694045" cy="394970"/>
          </a:xfrm>
        </p:grpSpPr>
        <p:sp>
          <p:nvSpPr>
            <p:cNvPr id="14" name="object 14"/>
            <p:cNvSpPr/>
            <p:nvPr/>
          </p:nvSpPr>
          <p:spPr>
            <a:xfrm>
              <a:off x="1074686" y="4039570"/>
              <a:ext cx="1090930" cy="54610"/>
            </a:xfrm>
            <a:custGeom>
              <a:avLst/>
              <a:gdLst/>
              <a:ahLst/>
              <a:cxnLst/>
              <a:rect l="l" t="t" r="r" b="b"/>
              <a:pathLst>
                <a:path w="1090930" h="54610">
                  <a:moveTo>
                    <a:pt x="1097280" y="54864"/>
                  </a:moveTo>
                  <a:lnTo>
                    <a:pt x="0" y="54864"/>
                  </a:lnTo>
                  <a:lnTo>
                    <a:pt x="0" y="0"/>
                  </a:lnTo>
                  <a:lnTo>
                    <a:pt x="1097280" y="0"/>
                  </a:lnTo>
                  <a:lnTo>
                    <a:pt x="1097280" y="548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74686" y="4039570"/>
              <a:ext cx="1090930" cy="54610"/>
            </a:xfrm>
            <a:custGeom>
              <a:avLst/>
              <a:gdLst/>
              <a:ahLst/>
              <a:cxnLst/>
              <a:rect l="l" t="t" r="r" b="b"/>
              <a:pathLst>
                <a:path w="1090930" h="54610">
                  <a:moveTo>
                    <a:pt x="0" y="0"/>
                  </a:moveTo>
                  <a:lnTo>
                    <a:pt x="1097280" y="0"/>
                  </a:lnTo>
                  <a:lnTo>
                    <a:pt x="1097280" y="54864"/>
                  </a:lnTo>
                  <a:lnTo>
                    <a:pt x="0" y="54864"/>
                  </a:lnTo>
                  <a:lnTo>
                    <a:pt x="0" y="0"/>
                  </a:lnTo>
                  <a:close/>
                </a:path>
              </a:pathLst>
            </a:custGeom>
            <a:ln w="126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346699" y="4039570"/>
              <a:ext cx="1409065" cy="382270"/>
            </a:xfrm>
            <a:custGeom>
              <a:avLst/>
              <a:gdLst/>
              <a:ahLst/>
              <a:cxnLst/>
              <a:rect l="l" t="t" r="r" b="b"/>
              <a:pathLst>
                <a:path w="1409065" h="382270">
                  <a:moveTo>
                    <a:pt x="1325878" y="384048"/>
                  </a:moveTo>
                  <a:lnTo>
                    <a:pt x="91441" y="384048"/>
                  </a:lnTo>
                  <a:lnTo>
                    <a:pt x="55848" y="376862"/>
                  </a:lnTo>
                  <a:lnTo>
                    <a:pt x="26782" y="357265"/>
                  </a:lnTo>
                  <a:lnTo>
                    <a:pt x="7185" y="328199"/>
                  </a:lnTo>
                  <a:lnTo>
                    <a:pt x="0" y="292606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325878" y="0"/>
                  </a:lnTo>
                  <a:lnTo>
                    <a:pt x="1361471" y="7185"/>
                  </a:lnTo>
                  <a:lnTo>
                    <a:pt x="1390537" y="26782"/>
                  </a:lnTo>
                  <a:lnTo>
                    <a:pt x="1410134" y="55848"/>
                  </a:lnTo>
                  <a:lnTo>
                    <a:pt x="1417320" y="91441"/>
                  </a:lnTo>
                  <a:lnTo>
                    <a:pt x="1417320" y="292606"/>
                  </a:lnTo>
                  <a:lnTo>
                    <a:pt x="1410134" y="328199"/>
                  </a:lnTo>
                  <a:lnTo>
                    <a:pt x="1390537" y="357265"/>
                  </a:lnTo>
                  <a:lnTo>
                    <a:pt x="1361471" y="376862"/>
                  </a:lnTo>
                  <a:lnTo>
                    <a:pt x="1325878" y="384048"/>
                  </a:lnTo>
                  <a:close/>
                </a:path>
              </a:pathLst>
            </a:custGeom>
            <a:solidFill>
              <a:srgbClr val="01C299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346699" y="4039570"/>
              <a:ext cx="1409065" cy="382270"/>
            </a:xfrm>
            <a:custGeom>
              <a:avLst/>
              <a:gdLst/>
              <a:ahLst/>
              <a:cxnLst/>
              <a:rect l="l" t="t" r="r" b="b"/>
              <a:pathLst>
                <a:path w="1409065" h="382270">
                  <a:moveTo>
                    <a:pt x="0" y="91441"/>
                  </a:moveTo>
                  <a:lnTo>
                    <a:pt x="26782" y="26782"/>
                  </a:lnTo>
                  <a:lnTo>
                    <a:pt x="91441" y="0"/>
                  </a:lnTo>
                  <a:lnTo>
                    <a:pt x="1325878" y="0"/>
                  </a:lnTo>
                  <a:lnTo>
                    <a:pt x="1361471" y="7185"/>
                  </a:lnTo>
                  <a:lnTo>
                    <a:pt x="1390537" y="26782"/>
                  </a:lnTo>
                  <a:lnTo>
                    <a:pt x="1410134" y="55848"/>
                  </a:lnTo>
                  <a:lnTo>
                    <a:pt x="1417320" y="91441"/>
                  </a:lnTo>
                  <a:lnTo>
                    <a:pt x="1417320" y="292606"/>
                  </a:lnTo>
                  <a:lnTo>
                    <a:pt x="1410134" y="328199"/>
                  </a:lnTo>
                  <a:lnTo>
                    <a:pt x="1390537" y="357265"/>
                  </a:lnTo>
                  <a:lnTo>
                    <a:pt x="1361471" y="376862"/>
                  </a:lnTo>
                  <a:lnTo>
                    <a:pt x="1325878" y="384048"/>
                  </a:lnTo>
                  <a:lnTo>
                    <a:pt x="91441" y="384048"/>
                  </a:lnTo>
                  <a:lnTo>
                    <a:pt x="26782" y="357265"/>
                  </a:lnTo>
                  <a:lnTo>
                    <a:pt x="0" y="292606"/>
                  </a:lnTo>
                  <a:lnTo>
                    <a:pt x="0" y="91441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061986" y="4416956"/>
            <a:ext cx="2634615" cy="39814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270"/>
              </a:spcBef>
            </a:pPr>
            <a:r>
              <a:rPr dirty="0" sz="1250" spc="-90">
                <a:solidFill>
                  <a:srgbClr val="D0EDF0"/>
                </a:solidFill>
                <a:latin typeface="Roboto"/>
                <a:cs typeface="Roboto"/>
              </a:rPr>
              <a:t>End-</a:t>
            </a:r>
            <a:r>
              <a:rPr dirty="0" sz="1250" spc="-120">
                <a:solidFill>
                  <a:srgbClr val="D0EDF0"/>
                </a:solidFill>
                <a:latin typeface="Roboto"/>
                <a:cs typeface="Roboto"/>
              </a:rPr>
              <a:t>to-</a:t>
            </a:r>
            <a:r>
              <a:rPr dirty="0" sz="1250">
                <a:solidFill>
                  <a:srgbClr val="D0EDF0"/>
                </a:solidFill>
                <a:latin typeface="Roboto"/>
                <a:cs typeface="Roboto"/>
              </a:rPr>
              <a:t>End </a:t>
            </a:r>
            <a:r>
              <a:rPr dirty="0" sz="1250" spc="-35">
                <a:solidFill>
                  <a:srgbClr val="D0EDF0"/>
                </a:solidFill>
                <a:latin typeface="Roboto"/>
                <a:cs typeface="Roboto"/>
              </a:rPr>
              <a:t>Selenium</a:t>
            </a:r>
            <a:r>
              <a:rPr dirty="0" sz="1250" spc="-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D0EDF0"/>
                </a:solidFill>
                <a:latin typeface="Roboto"/>
                <a:cs typeface="Roboto"/>
              </a:rPr>
              <a:t>+</a:t>
            </a:r>
            <a:r>
              <a:rPr dirty="0" sz="1250" spc="-30">
                <a:solidFill>
                  <a:srgbClr val="D0EDF0"/>
                </a:solidFill>
                <a:latin typeface="Roboto"/>
                <a:cs typeface="Roboto"/>
              </a:rPr>
              <a:t> Cucumber</a:t>
            </a:r>
            <a:r>
              <a:rPr dirty="0" sz="1250" spc="-5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250" spc="-30">
                <a:solidFill>
                  <a:srgbClr val="D0EDF0"/>
                </a:solidFill>
                <a:latin typeface="Roboto"/>
                <a:cs typeface="Roboto"/>
              </a:rPr>
              <a:t>BDD </a:t>
            </a:r>
            <a:r>
              <a:rPr dirty="0" sz="1250" spc="-35">
                <a:solidFill>
                  <a:srgbClr val="D0EDF0"/>
                </a:solidFill>
                <a:latin typeface="Roboto"/>
                <a:cs typeface="Roboto"/>
              </a:rPr>
              <a:t>Framework</a:t>
            </a:r>
            <a:r>
              <a:rPr dirty="0" sz="1250" spc="-7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250" spc="-20">
                <a:solidFill>
                  <a:srgbClr val="D0EDF0"/>
                </a:solidFill>
                <a:latin typeface="Roboto"/>
                <a:cs typeface="Roboto"/>
              </a:rPr>
              <a:t>for</a:t>
            </a:r>
            <a:r>
              <a:rPr dirty="0" sz="1250" spc="-6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250" spc="-50">
                <a:solidFill>
                  <a:srgbClr val="D0EDF0"/>
                </a:solidFill>
                <a:latin typeface="Roboto"/>
                <a:cs typeface="Roboto"/>
              </a:rPr>
              <a:t>Travel</a:t>
            </a:r>
            <a:r>
              <a:rPr dirty="0" sz="1250" spc="5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250" spc="-10">
                <a:solidFill>
                  <a:srgbClr val="D0EDF0"/>
                </a:solidFill>
                <a:latin typeface="Roboto"/>
                <a:cs typeface="Roboto"/>
              </a:rPr>
              <a:t>Booking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33999" y="2248845"/>
            <a:ext cx="2705100" cy="558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00" spc="-340">
                <a:solidFill>
                  <a:srgbClr val="FFFFFF"/>
                </a:solidFill>
                <a:latin typeface="Roboto"/>
                <a:cs typeface="Roboto"/>
              </a:rPr>
              <a:t>Project</a:t>
            </a:r>
            <a:r>
              <a:rPr dirty="0" sz="3500" spc="-26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3500" spc="-375">
                <a:solidFill>
                  <a:srgbClr val="FFFFFF"/>
                </a:solidFill>
                <a:latin typeface="Roboto"/>
                <a:cs typeface="Roboto"/>
              </a:rPr>
              <a:t>Overview</a:t>
            </a:r>
            <a:endParaRPr sz="3500">
              <a:latin typeface="Roboto"/>
              <a:cs typeface="Roboto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3999" y="3261903"/>
            <a:ext cx="395732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ts val="1610"/>
              </a:lnSpc>
              <a:spcBef>
                <a:spcPts val="130"/>
              </a:spcBef>
            </a:pPr>
            <a:r>
              <a:rPr dirty="0" sz="1400" spc="-85">
                <a:solidFill>
                  <a:srgbClr val="01C299"/>
                </a:solidFill>
                <a:latin typeface="Roboto"/>
                <a:cs typeface="Roboto"/>
              </a:rPr>
              <a:t>Application</a:t>
            </a:r>
            <a:r>
              <a:rPr dirty="0" sz="1400" spc="-10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dirty="0" sz="1400" spc="-90">
                <a:solidFill>
                  <a:srgbClr val="01C299"/>
                </a:solidFill>
                <a:latin typeface="Roboto"/>
                <a:cs typeface="Roboto"/>
              </a:rPr>
              <a:t>Under</a:t>
            </a:r>
            <a:r>
              <a:rPr dirty="0" sz="1400" spc="-95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01C299"/>
                </a:solidFill>
                <a:latin typeface="Roboto"/>
                <a:cs typeface="Roboto"/>
              </a:rPr>
              <a:t>Test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ts val="1550"/>
              </a:lnSpc>
            </a:pPr>
            <a:r>
              <a:rPr dirty="0" sz="1350" spc="-65">
                <a:solidFill>
                  <a:srgbClr val="C7E6E8"/>
                </a:solidFill>
                <a:latin typeface="Roboto"/>
                <a:cs typeface="Roboto"/>
              </a:rPr>
              <a:t>GoStop.com</a:t>
            </a:r>
            <a:r>
              <a:rPr dirty="0" sz="1350" spc="-85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dirty="0" sz="1250">
                <a:solidFill>
                  <a:srgbClr val="C7E6E8"/>
                </a:solidFill>
                <a:latin typeface="Roboto"/>
                <a:cs typeface="Roboto"/>
              </a:rPr>
              <a:t>—</a:t>
            </a:r>
            <a:r>
              <a:rPr dirty="0" sz="1250" spc="-3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dirty="0" sz="1350" spc="-55">
                <a:solidFill>
                  <a:srgbClr val="C7E6E8"/>
                </a:solidFill>
                <a:latin typeface="Roboto"/>
                <a:cs typeface="Roboto"/>
              </a:rPr>
              <a:t>Online</a:t>
            </a:r>
            <a:r>
              <a:rPr dirty="0" sz="1350" spc="-3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C7E6E8"/>
                </a:solidFill>
                <a:latin typeface="Roboto"/>
                <a:cs typeface="Roboto"/>
              </a:rPr>
              <a:t>Travel</a:t>
            </a:r>
            <a:r>
              <a:rPr dirty="0" sz="1350" spc="45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C7E6E8"/>
                </a:solidFill>
                <a:latin typeface="Roboto"/>
                <a:cs typeface="Roboto"/>
              </a:rPr>
              <a:t>&amp;</a:t>
            </a:r>
            <a:r>
              <a:rPr dirty="0" sz="1350" spc="-11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C7E6E8"/>
                </a:solidFill>
                <a:latin typeface="Roboto"/>
                <a:cs typeface="Roboto"/>
              </a:rPr>
              <a:t>Hostel</a:t>
            </a:r>
            <a:r>
              <a:rPr dirty="0" sz="1350" spc="45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dirty="0" sz="1350" spc="-60">
                <a:solidFill>
                  <a:srgbClr val="C7E6E8"/>
                </a:solidFill>
                <a:latin typeface="Roboto"/>
                <a:cs typeface="Roboto"/>
              </a:rPr>
              <a:t>Booking</a:t>
            </a:r>
            <a:r>
              <a:rPr dirty="0" sz="1350" spc="-3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C7E6E8"/>
                </a:solidFill>
                <a:latin typeface="Roboto"/>
                <a:cs typeface="Roboto"/>
              </a:rPr>
              <a:t>Platform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28142" y="4103484"/>
            <a:ext cx="810260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50">
                <a:solidFill>
                  <a:srgbClr val="FFFFFF"/>
                </a:solidFill>
                <a:latin typeface="Roboto"/>
                <a:cs typeface="Roboto"/>
              </a:rPr>
              <a:t>Selenium</a:t>
            </a:r>
            <a:r>
              <a:rPr dirty="0" sz="1250" spc="-8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50" spc="-114">
                <a:solidFill>
                  <a:srgbClr val="FFFFFF"/>
                </a:solidFill>
                <a:latin typeface="Roboto"/>
                <a:cs typeface="Roboto"/>
              </a:rPr>
              <a:t>4.41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885545" y="4033220"/>
            <a:ext cx="1421765" cy="394970"/>
            <a:chOff x="6885545" y="4033220"/>
            <a:chExt cx="1421765" cy="394970"/>
          </a:xfrm>
        </p:grpSpPr>
        <p:sp>
          <p:nvSpPr>
            <p:cNvPr id="23" name="object 23"/>
            <p:cNvSpPr/>
            <p:nvPr/>
          </p:nvSpPr>
          <p:spPr>
            <a:xfrm>
              <a:off x="6891895" y="4039570"/>
              <a:ext cx="1409065" cy="382270"/>
            </a:xfrm>
            <a:custGeom>
              <a:avLst/>
              <a:gdLst/>
              <a:ahLst/>
              <a:cxnLst/>
              <a:rect l="l" t="t" r="r" b="b"/>
              <a:pathLst>
                <a:path w="1409065" h="382270">
                  <a:moveTo>
                    <a:pt x="1325878" y="384048"/>
                  </a:moveTo>
                  <a:lnTo>
                    <a:pt x="91441" y="384048"/>
                  </a:lnTo>
                  <a:lnTo>
                    <a:pt x="55848" y="376862"/>
                  </a:lnTo>
                  <a:lnTo>
                    <a:pt x="26782" y="357265"/>
                  </a:lnTo>
                  <a:lnTo>
                    <a:pt x="7185" y="328199"/>
                  </a:lnTo>
                  <a:lnTo>
                    <a:pt x="0" y="292606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325878" y="0"/>
                  </a:lnTo>
                  <a:lnTo>
                    <a:pt x="1361471" y="7185"/>
                  </a:lnTo>
                  <a:lnTo>
                    <a:pt x="1390537" y="26782"/>
                  </a:lnTo>
                  <a:lnTo>
                    <a:pt x="1410134" y="55848"/>
                  </a:lnTo>
                  <a:lnTo>
                    <a:pt x="1417320" y="91441"/>
                  </a:lnTo>
                  <a:lnTo>
                    <a:pt x="1417320" y="292606"/>
                  </a:lnTo>
                  <a:lnTo>
                    <a:pt x="1410134" y="328199"/>
                  </a:lnTo>
                  <a:lnTo>
                    <a:pt x="1390537" y="357265"/>
                  </a:lnTo>
                  <a:lnTo>
                    <a:pt x="1361471" y="376862"/>
                  </a:lnTo>
                  <a:lnTo>
                    <a:pt x="1325878" y="384048"/>
                  </a:lnTo>
                  <a:close/>
                </a:path>
              </a:pathLst>
            </a:custGeom>
            <a:solidFill>
              <a:srgbClr val="01C299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891895" y="4039570"/>
              <a:ext cx="1409065" cy="382270"/>
            </a:xfrm>
            <a:custGeom>
              <a:avLst/>
              <a:gdLst/>
              <a:ahLst/>
              <a:cxnLst/>
              <a:rect l="l" t="t" r="r" b="b"/>
              <a:pathLst>
                <a:path w="1409065" h="382270">
                  <a:moveTo>
                    <a:pt x="0" y="91441"/>
                  </a:moveTo>
                  <a:lnTo>
                    <a:pt x="26782" y="26782"/>
                  </a:lnTo>
                  <a:lnTo>
                    <a:pt x="91441" y="0"/>
                  </a:lnTo>
                  <a:lnTo>
                    <a:pt x="1325878" y="0"/>
                  </a:lnTo>
                  <a:lnTo>
                    <a:pt x="1361471" y="7185"/>
                  </a:lnTo>
                  <a:lnTo>
                    <a:pt x="1390537" y="26782"/>
                  </a:lnTo>
                  <a:lnTo>
                    <a:pt x="1410134" y="55848"/>
                  </a:lnTo>
                  <a:lnTo>
                    <a:pt x="1417320" y="91441"/>
                  </a:lnTo>
                  <a:lnTo>
                    <a:pt x="1417320" y="292606"/>
                  </a:lnTo>
                  <a:lnTo>
                    <a:pt x="1410134" y="328199"/>
                  </a:lnTo>
                  <a:lnTo>
                    <a:pt x="1390537" y="357265"/>
                  </a:lnTo>
                  <a:lnTo>
                    <a:pt x="1361471" y="376862"/>
                  </a:lnTo>
                  <a:lnTo>
                    <a:pt x="1325878" y="384048"/>
                  </a:lnTo>
                  <a:lnTo>
                    <a:pt x="91441" y="384048"/>
                  </a:lnTo>
                  <a:lnTo>
                    <a:pt x="26782" y="357265"/>
                  </a:lnTo>
                  <a:lnTo>
                    <a:pt x="0" y="292606"/>
                  </a:lnTo>
                  <a:lnTo>
                    <a:pt x="0" y="91441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135466" y="4103484"/>
            <a:ext cx="906144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40">
                <a:solidFill>
                  <a:srgbClr val="FFFFFF"/>
                </a:solidFill>
                <a:latin typeface="Roboto"/>
                <a:cs typeface="Roboto"/>
              </a:rPr>
              <a:t>Cucumber</a:t>
            </a:r>
            <a:r>
              <a:rPr dirty="0" sz="1250" spc="-1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50" spc="-75">
                <a:solidFill>
                  <a:srgbClr val="FFFFFF"/>
                </a:solidFill>
                <a:latin typeface="Roboto"/>
                <a:cs typeface="Roboto"/>
              </a:rPr>
              <a:t>7.33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430780" y="4033258"/>
            <a:ext cx="1421765" cy="394970"/>
            <a:chOff x="8430780" y="4033258"/>
            <a:chExt cx="1421765" cy="394970"/>
          </a:xfrm>
        </p:grpSpPr>
        <p:sp>
          <p:nvSpPr>
            <p:cNvPr id="27" name="object 27"/>
            <p:cNvSpPr/>
            <p:nvPr/>
          </p:nvSpPr>
          <p:spPr>
            <a:xfrm>
              <a:off x="8437092" y="4039570"/>
              <a:ext cx="1409065" cy="382270"/>
            </a:xfrm>
            <a:custGeom>
              <a:avLst/>
              <a:gdLst/>
              <a:ahLst/>
              <a:cxnLst/>
              <a:rect l="l" t="t" r="r" b="b"/>
              <a:pathLst>
                <a:path w="1409065" h="382270">
                  <a:moveTo>
                    <a:pt x="1325878" y="384048"/>
                  </a:moveTo>
                  <a:lnTo>
                    <a:pt x="91441" y="384048"/>
                  </a:lnTo>
                  <a:lnTo>
                    <a:pt x="55848" y="376862"/>
                  </a:lnTo>
                  <a:lnTo>
                    <a:pt x="26782" y="357265"/>
                  </a:lnTo>
                  <a:lnTo>
                    <a:pt x="7185" y="328199"/>
                  </a:lnTo>
                  <a:lnTo>
                    <a:pt x="0" y="292606"/>
                  </a:lnTo>
                  <a:lnTo>
                    <a:pt x="0" y="91441"/>
                  </a:lnTo>
                  <a:lnTo>
                    <a:pt x="7185" y="55848"/>
                  </a:lnTo>
                  <a:lnTo>
                    <a:pt x="26782" y="26782"/>
                  </a:lnTo>
                  <a:lnTo>
                    <a:pt x="55848" y="7185"/>
                  </a:lnTo>
                  <a:lnTo>
                    <a:pt x="91441" y="0"/>
                  </a:lnTo>
                  <a:lnTo>
                    <a:pt x="1325878" y="0"/>
                  </a:lnTo>
                  <a:lnTo>
                    <a:pt x="1361471" y="7185"/>
                  </a:lnTo>
                  <a:lnTo>
                    <a:pt x="1390537" y="26782"/>
                  </a:lnTo>
                  <a:lnTo>
                    <a:pt x="1410134" y="55848"/>
                  </a:lnTo>
                  <a:lnTo>
                    <a:pt x="1417320" y="91441"/>
                  </a:lnTo>
                  <a:lnTo>
                    <a:pt x="1417320" y="292606"/>
                  </a:lnTo>
                  <a:lnTo>
                    <a:pt x="1410134" y="328199"/>
                  </a:lnTo>
                  <a:lnTo>
                    <a:pt x="1390537" y="357265"/>
                  </a:lnTo>
                  <a:lnTo>
                    <a:pt x="1361471" y="376862"/>
                  </a:lnTo>
                  <a:lnTo>
                    <a:pt x="1325878" y="384048"/>
                  </a:lnTo>
                  <a:close/>
                </a:path>
              </a:pathLst>
            </a:custGeom>
            <a:solidFill>
              <a:srgbClr val="01C299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437092" y="4039570"/>
              <a:ext cx="1409065" cy="382270"/>
            </a:xfrm>
            <a:custGeom>
              <a:avLst/>
              <a:gdLst/>
              <a:ahLst/>
              <a:cxnLst/>
              <a:rect l="l" t="t" r="r" b="b"/>
              <a:pathLst>
                <a:path w="1409065" h="382270">
                  <a:moveTo>
                    <a:pt x="0" y="91441"/>
                  </a:moveTo>
                  <a:lnTo>
                    <a:pt x="26782" y="26782"/>
                  </a:lnTo>
                  <a:lnTo>
                    <a:pt x="91441" y="0"/>
                  </a:lnTo>
                  <a:lnTo>
                    <a:pt x="1325878" y="0"/>
                  </a:lnTo>
                  <a:lnTo>
                    <a:pt x="1361471" y="7185"/>
                  </a:lnTo>
                  <a:lnTo>
                    <a:pt x="1390537" y="26782"/>
                  </a:lnTo>
                  <a:lnTo>
                    <a:pt x="1410134" y="55848"/>
                  </a:lnTo>
                  <a:lnTo>
                    <a:pt x="1417320" y="91441"/>
                  </a:lnTo>
                  <a:lnTo>
                    <a:pt x="1417320" y="292606"/>
                  </a:lnTo>
                  <a:lnTo>
                    <a:pt x="1410134" y="328199"/>
                  </a:lnTo>
                  <a:lnTo>
                    <a:pt x="1390537" y="357265"/>
                  </a:lnTo>
                  <a:lnTo>
                    <a:pt x="1361471" y="376862"/>
                  </a:lnTo>
                  <a:lnTo>
                    <a:pt x="1325878" y="384048"/>
                  </a:lnTo>
                  <a:lnTo>
                    <a:pt x="91441" y="384048"/>
                  </a:lnTo>
                  <a:lnTo>
                    <a:pt x="26782" y="357265"/>
                  </a:lnTo>
                  <a:lnTo>
                    <a:pt x="0" y="292606"/>
                  </a:lnTo>
                  <a:lnTo>
                    <a:pt x="0" y="91441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781657" y="4103484"/>
            <a:ext cx="72707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175">
                <a:solidFill>
                  <a:srgbClr val="FFFFFF"/>
                </a:solidFill>
                <a:latin typeface="Roboto"/>
                <a:cs typeface="Roboto"/>
              </a:rPr>
              <a:t>TestNG</a:t>
            </a:r>
            <a:r>
              <a:rPr dirty="0" sz="1250" spc="-8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50" spc="-155">
                <a:solidFill>
                  <a:srgbClr val="FFFFFF"/>
                </a:solidFill>
                <a:latin typeface="Roboto"/>
                <a:cs typeface="Roboto"/>
              </a:rPr>
              <a:t>7.1</a:t>
            </a:r>
            <a:r>
              <a:rPr dirty="0" sz="1250" spc="-10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250" spc="-5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33999" y="4739819"/>
            <a:ext cx="360743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-50">
                <a:solidFill>
                  <a:srgbClr val="9CC7CD"/>
                </a:solidFill>
                <a:latin typeface="Roboto"/>
                <a:cs typeface="Roboto"/>
              </a:rPr>
              <a:t>Java</a:t>
            </a:r>
            <a:r>
              <a:rPr dirty="0" sz="1150" spc="-25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9CC7CD"/>
                </a:solidFill>
                <a:latin typeface="Roboto"/>
                <a:cs typeface="Roboto"/>
              </a:rPr>
              <a:t>·</a:t>
            </a:r>
            <a:r>
              <a:rPr dirty="0" sz="1150" spc="-5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9CC7CD"/>
                </a:solidFill>
                <a:latin typeface="Roboto"/>
                <a:cs typeface="Roboto"/>
              </a:rPr>
              <a:t>Maven </a:t>
            </a:r>
            <a:r>
              <a:rPr dirty="0" sz="1150">
                <a:solidFill>
                  <a:srgbClr val="9CC7CD"/>
                </a:solidFill>
                <a:latin typeface="Roboto"/>
                <a:cs typeface="Roboto"/>
              </a:rPr>
              <a:t>·</a:t>
            </a:r>
            <a:r>
              <a:rPr dirty="0" sz="1150" spc="15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9CC7CD"/>
                </a:solidFill>
                <a:latin typeface="Roboto"/>
                <a:cs typeface="Roboto"/>
              </a:rPr>
              <a:t>Log4j</a:t>
            </a:r>
            <a:r>
              <a:rPr dirty="0" sz="1150" spc="20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dirty="0" sz="1150">
                <a:solidFill>
                  <a:srgbClr val="9CC7CD"/>
                </a:solidFill>
                <a:latin typeface="Roboto"/>
                <a:cs typeface="Roboto"/>
              </a:rPr>
              <a:t>·</a:t>
            </a:r>
            <a:r>
              <a:rPr dirty="0" sz="1150" spc="15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9CC7CD"/>
                </a:solidFill>
                <a:latin typeface="Roboto"/>
                <a:cs typeface="Roboto"/>
              </a:rPr>
              <a:t>Allure</a:t>
            </a:r>
            <a:r>
              <a:rPr dirty="0" sz="1150" spc="-45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9CC7CD"/>
                </a:solidFill>
                <a:latin typeface="Roboto"/>
                <a:cs typeface="Roboto"/>
              </a:rPr>
              <a:t>Reports </a:t>
            </a:r>
            <a:r>
              <a:rPr dirty="0" sz="1150">
                <a:solidFill>
                  <a:srgbClr val="9CC7CD"/>
                </a:solidFill>
                <a:latin typeface="Roboto"/>
                <a:cs typeface="Roboto"/>
              </a:rPr>
              <a:t>·</a:t>
            </a:r>
            <a:r>
              <a:rPr dirty="0" sz="1150" spc="15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9CC7CD"/>
                </a:solidFill>
                <a:latin typeface="Roboto"/>
                <a:cs typeface="Roboto"/>
              </a:rPr>
              <a:t>Page</a:t>
            </a:r>
            <a:r>
              <a:rPr dirty="0" sz="1150" spc="-45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9CC7CD"/>
                </a:solidFill>
                <a:latin typeface="Roboto"/>
                <a:cs typeface="Roboto"/>
              </a:rPr>
              <a:t>Object</a:t>
            </a:r>
            <a:r>
              <a:rPr dirty="0" sz="1150" spc="-15">
                <a:solidFill>
                  <a:srgbClr val="9CC7CD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9CC7CD"/>
                </a:solidFill>
                <a:latin typeface="Roboto"/>
                <a:cs typeface="Roboto"/>
              </a:rPr>
              <a:t>Model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33999" y="5621440"/>
            <a:ext cx="19094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140" i="1">
                <a:solidFill>
                  <a:srgbClr val="79ABB4"/>
                </a:solidFill>
                <a:latin typeface="Roboto"/>
                <a:cs typeface="Roboto"/>
              </a:rPr>
              <a:t>Developed</a:t>
            </a:r>
            <a:r>
              <a:rPr dirty="0" sz="1200" spc="45" i="1">
                <a:solidFill>
                  <a:srgbClr val="79ABB4"/>
                </a:solidFill>
                <a:latin typeface="Roboto"/>
                <a:cs typeface="Roboto"/>
              </a:rPr>
              <a:t> </a:t>
            </a:r>
            <a:r>
              <a:rPr dirty="0" sz="1200" spc="-105" i="1">
                <a:solidFill>
                  <a:srgbClr val="79ABB4"/>
                </a:solidFill>
                <a:latin typeface="Roboto"/>
                <a:cs typeface="Roboto"/>
              </a:rPr>
              <a:t>by:</a:t>
            </a:r>
            <a:r>
              <a:rPr dirty="0" sz="1200" spc="80" i="1">
                <a:solidFill>
                  <a:srgbClr val="79ABB4"/>
                </a:solidFill>
                <a:latin typeface="Roboto"/>
                <a:cs typeface="Roboto"/>
              </a:rPr>
              <a:t> </a:t>
            </a:r>
            <a:r>
              <a:rPr dirty="0" sz="1200" spc="-160" i="1">
                <a:solidFill>
                  <a:srgbClr val="79ABB4"/>
                </a:solidFill>
                <a:latin typeface="Roboto"/>
                <a:cs typeface="Roboto"/>
              </a:rPr>
              <a:t>Himank</a:t>
            </a:r>
            <a:r>
              <a:rPr dirty="0" sz="1200" spc="-40" i="1">
                <a:solidFill>
                  <a:srgbClr val="79ABB4"/>
                </a:solidFill>
                <a:latin typeface="Roboto"/>
                <a:cs typeface="Roboto"/>
              </a:rPr>
              <a:t> </a:t>
            </a:r>
            <a:r>
              <a:rPr dirty="0" sz="1200" spc="85" i="1">
                <a:solidFill>
                  <a:srgbClr val="79ABB4"/>
                </a:solidFill>
                <a:latin typeface="Roboto"/>
                <a:cs typeface="Roboto"/>
              </a:rPr>
              <a:t>P</a:t>
            </a:r>
            <a:r>
              <a:rPr dirty="0" sz="1200" spc="-80" i="1">
                <a:solidFill>
                  <a:srgbClr val="79ABB4"/>
                </a:solidFill>
                <a:latin typeface="Roboto"/>
                <a:cs typeface="Roboto"/>
              </a:rPr>
              <a:t>a</a:t>
            </a:r>
            <a:r>
              <a:rPr dirty="0" sz="1200" spc="-409" i="1">
                <a:solidFill>
                  <a:srgbClr val="79ABB4"/>
                </a:solidFill>
                <a:latin typeface="Roboto"/>
                <a:cs typeface="Roboto"/>
              </a:rPr>
              <a:t>t</a:t>
            </a:r>
            <a:r>
              <a:rPr dirty="0" sz="1200" spc="-195" i="1">
                <a:solidFill>
                  <a:srgbClr val="79ABB4"/>
                </a:solidFill>
                <a:latin typeface="Roboto"/>
                <a:cs typeface="Roboto"/>
              </a:rPr>
              <a:t>i</a:t>
            </a:r>
            <a:r>
              <a:rPr dirty="0" sz="1200" spc="140" i="1">
                <a:solidFill>
                  <a:srgbClr val="79ABB4"/>
                </a:solidFill>
                <a:latin typeface="Roboto"/>
                <a:cs typeface="Roboto"/>
              </a:rPr>
              <a:t>d</a:t>
            </a:r>
            <a:r>
              <a:rPr dirty="0" sz="1200" spc="-155" i="1">
                <a:solidFill>
                  <a:srgbClr val="79ABB4"/>
                </a:solidFill>
                <a:latin typeface="Roboto"/>
                <a:cs typeface="Roboto"/>
              </a:rPr>
              <a:t>a</a:t>
            </a:r>
            <a:r>
              <a:rPr dirty="0" sz="1200" spc="114" i="1">
                <a:solidFill>
                  <a:srgbClr val="79ABB4"/>
                </a:solidFill>
                <a:latin typeface="Roboto"/>
                <a:cs typeface="Roboto"/>
              </a:rPr>
              <a:t>r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2004" y="1221858"/>
            <a:ext cx="9089390" cy="772795"/>
          </a:xfrm>
          <a:prstGeom prst="rect"/>
          <a:solidFill>
            <a:srgbClr val="01808F"/>
          </a:solidFill>
        </p:spPr>
        <p:txBody>
          <a:bodyPr wrap="square" lIns="0" tIns="86995" rIns="0" bIns="0" rtlCol="0" vert="horz">
            <a:spAutoFit/>
          </a:bodyPr>
          <a:lstStyle/>
          <a:p>
            <a:pPr marL="363220">
              <a:lnSpc>
                <a:spcPct val="100000"/>
              </a:lnSpc>
              <a:spcBef>
                <a:spcPts val="685"/>
              </a:spcBef>
            </a:pPr>
            <a:r>
              <a:rPr dirty="0" sz="3250" spc="-320"/>
              <a:t>Project</a:t>
            </a:r>
            <a:r>
              <a:rPr dirty="0" sz="3250" spc="-195"/>
              <a:t> </a:t>
            </a:r>
            <a:r>
              <a:rPr dirty="0" sz="3250" spc="-360"/>
              <a:t>Goals</a:t>
            </a:r>
            <a:r>
              <a:rPr dirty="0" sz="3250" spc="-295"/>
              <a:t> </a:t>
            </a:r>
            <a:r>
              <a:rPr dirty="0" sz="3250" spc="-170"/>
              <a:t>&amp;</a:t>
            </a:r>
            <a:r>
              <a:rPr dirty="0" sz="3250" spc="-480"/>
              <a:t> </a:t>
            </a:r>
            <a:r>
              <a:rPr dirty="0" sz="3250" spc="-370"/>
              <a:t>Technology</a:t>
            </a:r>
            <a:r>
              <a:rPr dirty="0" sz="3250" spc="-405"/>
              <a:t> </a:t>
            </a:r>
            <a:r>
              <a:rPr dirty="0" sz="3250" spc="-325"/>
              <a:t>Stack</a:t>
            </a:r>
            <a:endParaRPr sz="32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580" y="2676161"/>
            <a:ext cx="199966" cy="19996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52880" y="2107519"/>
            <a:ext cx="3131820" cy="871219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850" spc="220">
                <a:solidFill>
                  <a:srgbClr val="01808F"/>
                </a:solidFill>
                <a:latin typeface="MingLiU_HKSCS-ExtB"/>
                <a:cs typeface="MingLiU_HKSCS-ExtB"/>
              </a:rPr>
              <a:t>🎯</a:t>
            </a:r>
            <a:r>
              <a:rPr dirty="0" sz="1850" spc="-345">
                <a:solidFill>
                  <a:srgbClr val="01808F"/>
                </a:solidFill>
                <a:latin typeface="MingLiU_HKSCS-ExtB"/>
                <a:cs typeface="MingLiU_HKSCS-ExtB"/>
              </a:rPr>
              <a:t> </a:t>
            </a:r>
            <a:r>
              <a:rPr dirty="0" sz="1750" spc="-10">
                <a:solidFill>
                  <a:srgbClr val="01808F"/>
                </a:solidFill>
                <a:latin typeface="Roboto"/>
                <a:cs typeface="Roboto"/>
              </a:rPr>
              <a:t>Objectives</a:t>
            </a:r>
            <a:endParaRPr sz="1750">
              <a:latin typeface="Roboto"/>
              <a:cs typeface="Roboto"/>
            </a:endParaRPr>
          </a:p>
          <a:p>
            <a:pPr marL="303530" marR="5080">
              <a:lnSpc>
                <a:spcPct val="80000"/>
              </a:lnSpc>
              <a:spcBef>
                <a:spcPts val="905"/>
              </a:spcBef>
            </a:pPr>
            <a:r>
              <a:rPr dirty="0" sz="1450" spc="-135">
                <a:solidFill>
                  <a:srgbClr val="1A2E34"/>
                </a:solidFill>
                <a:latin typeface="Roboto"/>
                <a:cs typeface="Roboto"/>
              </a:rPr>
              <a:t>Automate</a:t>
            </a:r>
            <a:r>
              <a:rPr dirty="0" sz="1450" spc="-7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25">
                <a:solidFill>
                  <a:srgbClr val="1A2E34"/>
                </a:solidFill>
                <a:latin typeface="Roboto"/>
                <a:cs typeface="Roboto"/>
              </a:rPr>
              <a:t>the</a:t>
            </a:r>
            <a:r>
              <a:rPr dirty="0" sz="1450" spc="-6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210">
                <a:solidFill>
                  <a:srgbClr val="1A2E34"/>
                </a:solidFill>
                <a:latin typeface="Roboto"/>
                <a:cs typeface="Roboto"/>
              </a:rPr>
              <a:t>end-</a:t>
            </a:r>
            <a:r>
              <a:rPr dirty="0" sz="1450" spc="-204">
                <a:solidFill>
                  <a:srgbClr val="1A2E34"/>
                </a:solidFill>
                <a:latin typeface="Roboto"/>
                <a:cs typeface="Roboto"/>
              </a:rPr>
              <a:t>to-</a:t>
            </a:r>
            <a:r>
              <a:rPr dirty="0" sz="1450" spc="-175">
                <a:solidFill>
                  <a:srgbClr val="1A2E34"/>
                </a:solidFill>
                <a:latin typeface="Roboto"/>
                <a:cs typeface="Roboto"/>
              </a:rPr>
              <a:t>end</a:t>
            </a:r>
            <a:r>
              <a:rPr dirty="0" sz="1450" spc="5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45">
                <a:solidFill>
                  <a:srgbClr val="1A2E34"/>
                </a:solidFill>
                <a:latin typeface="Roboto"/>
                <a:cs typeface="Roboto"/>
              </a:rPr>
              <a:t>booking</a:t>
            </a:r>
            <a:r>
              <a:rPr dirty="0" sz="1450" spc="5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10">
                <a:solidFill>
                  <a:srgbClr val="1A2E34"/>
                </a:solidFill>
                <a:latin typeface="Roboto"/>
                <a:cs typeface="Roboto"/>
              </a:rPr>
              <a:t>ﬂ</a:t>
            </a:r>
            <a:r>
              <a:rPr dirty="0" sz="1450" spc="-110">
                <a:solidFill>
                  <a:srgbClr val="1A2E34"/>
                </a:solidFill>
                <a:latin typeface="Roboto"/>
                <a:cs typeface="Roboto"/>
              </a:rPr>
              <a:t>ow</a:t>
            </a:r>
            <a:r>
              <a:rPr dirty="0" sz="1450" spc="-8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90">
                <a:solidFill>
                  <a:srgbClr val="1A2E34"/>
                </a:solidFill>
                <a:latin typeface="Roboto"/>
                <a:cs typeface="Roboto"/>
              </a:rPr>
              <a:t>on </a:t>
            </a:r>
            <a:r>
              <a:rPr dirty="0" sz="1450" spc="-65">
                <a:solidFill>
                  <a:srgbClr val="1A2E34"/>
                </a:solidFill>
                <a:latin typeface="Roboto"/>
                <a:cs typeface="Roboto"/>
              </a:rPr>
              <a:t>GoStop.com</a:t>
            </a:r>
            <a:endParaRPr sz="145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580" y="3285150"/>
            <a:ext cx="199966" cy="19996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43740" y="3163744"/>
            <a:ext cx="3359150" cy="42354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450"/>
              </a:spcBef>
            </a:pPr>
            <a:r>
              <a:rPr dirty="0" sz="1450" spc="-114">
                <a:solidFill>
                  <a:srgbClr val="1A2E34"/>
                </a:solidFill>
                <a:latin typeface="Roboto"/>
                <a:cs typeface="Roboto"/>
              </a:rPr>
              <a:t>Validate</a:t>
            </a:r>
            <a:r>
              <a:rPr dirty="0" sz="1450" spc="-7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35">
                <a:solidFill>
                  <a:srgbClr val="1A2E34"/>
                </a:solidFill>
                <a:latin typeface="Roboto"/>
                <a:cs typeface="Roboto"/>
              </a:rPr>
              <a:t>destination</a:t>
            </a:r>
            <a:r>
              <a:rPr dirty="0" sz="1450" spc="6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30">
                <a:solidFill>
                  <a:srgbClr val="1A2E34"/>
                </a:solidFill>
                <a:latin typeface="Roboto"/>
                <a:cs typeface="Roboto"/>
              </a:rPr>
              <a:t>selection,</a:t>
            </a:r>
            <a:r>
              <a:rPr dirty="0" sz="1450" spc="-1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65">
                <a:solidFill>
                  <a:srgbClr val="1A2E34"/>
                </a:solidFill>
                <a:latin typeface="Roboto"/>
                <a:cs typeface="Roboto"/>
              </a:rPr>
              <a:t>room</a:t>
            </a:r>
            <a:r>
              <a:rPr dirty="0" sz="1450" spc="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14">
                <a:solidFill>
                  <a:srgbClr val="1A2E34"/>
                </a:solidFill>
                <a:latin typeface="Roboto"/>
                <a:cs typeface="Roboto"/>
              </a:rPr>
              <a:t>&amp;</a:t>
            </a:r>
            <a:r>
              <a:rPr dirty="0" sz="1450" spc="-14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30">
                <a:solidFill>
                  <a:srgbClr val="1A2E34"/>
                </a:solidFill>
                <a:latin typeface="Roboto"/>
                <a:cs typeface="Roboto"/>
              </a:rPr>
              <a:t>experience </a:t>
            </a:r>
            <a:r>
              <a:rPr dirty="0" sz="1450" spc="-10">
                <a:solidFill>
                  <a:srgbClr val="1A2E34"/>
                </a:solidFill>
                <a:latin typeface="Roboto"/>
                <a:cs typeface="Roboto"/>
              </a:rPr>
              <a:t>booking</a:t>
            </a:r>
            <a:endParaRPr sz="1450">
              <a:latin typeface="Roboto"/>
              <a:cs typeface="Roboto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580" y="3894139"/>
            <a:ext cx="199966" cy="19996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43740" y="3861103"/>
            <a:ext cx="3208020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25">
                <a:solidFill>
                  <a:srgbClr val="1A2E34"/>
                </a:solidFill>
                <a:latin typeface="Roboto"/>
                <a:cs typeface="Roboto"/>
              </a:rPr>
              <a:t>Verify</a:t>
            </a:r>
            <a:r>
              <a:rPr dirty="0" sz="1450" spc="-5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50">
                <a:solidFill>
                  <a:srgbClr val="1A2E34"/>
                </a:solidFill>
                <a:latin typeface="Roboto"/>
                <a:cs typeface="Roboto"/>
              </a:rPr>
              <a:t>guest</a:t>
            </a:r>
            <a:r>
              <a:rPr dirty="0" sz="1450" spc="-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25">
                <a:solidFill>
                  <a:srgbClr val="1A2E34"/>
                </a:solidFill>
                <a:latin typeface="Roboto"/>
                <a:cs typeface="Roboto"/>
              </a:rPr>
              <a:t>detail</a:t>
            </a:r>
            <a:r>
              <a:rPr dirty="0" sz="1450" spc="5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30">
                <a:solidFill>
                  <a:srgbClr val="1A2E34"/>
                </a:solidFill>
                <a:latin typeface="Roboto"/>
                <a:cs typeface="Roboto"/>
              </a:rPr>
              <a:t>entry</a:t>
            </a:r>
            <a:r>
              <a:rPr dirty="0" sz="1450" spc="-5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55">
                <a:solidFill>
                  <a:srgbClr val="1A2E34"/>
                </a:solidFill>
                <a:latin typeface="Roboto"/>
                <a:cs typeface="Roboto"/>
              </a:rPr>
              <a:t>and</a:t>
            </a:r>
            <a:r>
              <a:rPr dirty="0" sz="1450" spc="1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40">
                <a:solidFill>
                  <a:srgbClr val="1A2E34"/>
                </a:solidFill>
                <a:latin typeface="Roboto"/>
                <a:cs typeface="Roboto"/>
              </a:rPr>
              <a:t>payment</a:t>
            </a:r>
            <a:r>
              <a:rPr dirty="0" sz="1450" spc="-2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80">
                <a:solidFill>
                  <a:srgbClr val="1A2E34"/>
                </a:solidFill>
                <a:latin typeface="Roboto"/>
                <a:cs typeface="Roboto"/>
              </a:rPr>
              <a:t>initiation</a:t>
            </a:r>
            <a:endParaRPr sz="1450">
              <a:latin typeface="Roboto"/>
              <a:cs typeface="Roboto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580" y="4503129"/>
            <a:ext cx="199966" cy="19996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43740" y="4381723"/>
            <a:ext cx="3009900" cy="42354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450"/>
              </a:spcBef>
            </a:pPr>
            <a:r>
              <a:rPr dirty="0" sz="1450" spc="-120">
                <a:solidFill>
                  <a:srgbClr val="1A2E34"/>
                </a:solidFill>
                <a:latin typeface="Roboto"/>
                <a:cs typeface="Roboto"/>
              </a:rPr>
              <a:t>Enable</a:t>
            </a:r>
            <a:r>
              <a:rPr dirty="0" sz="1450" spc="-7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55">
                <a:solidFill>
                  <a:srgbClr val="1A2E34"/>
                </a:solidFill>
                <a:latin typeface="Roboto"/>
                <a:cs typeface="Roboto"/>
              </a:rPr>
              <a:t>regression</a:t>
            </a:r>
            <a:r>
              <a:rPr dirty="0" sz="1450" spc="6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40">
                <a:solidFill>
                  <a:srgbClr val="1A2E34"/>
                </a:solidFill>
                <a:latin typeface="Roboto"/>
                <a:cs typeface="Roboto"/>
              </a:rPr>
              <a:t>testing</a:t>
            </a:r>
            <a:r>
              <a:rPr dirty="0" sz="1450" spc="4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50">
                <a:solidFill>
                  <a:srgbClr val="1A2E34"/>
                </a:solidFill>
                <a:latin typeface="Roboto"/>
                <a:cs typeface="Roboto"/>
              </a:rPr>
              <a:t>with</a:t>
            </a:r>
            <a:r>
              <a:rPr dirty="0" sz="1450" spc="5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35">
                <a:solidFill>
                  <a:srgbClr val="1A2E34"/>
                </a:solidFill>
                <a:latin typeface="Roboto"/>
                <a:cs typeface="Roboto"/>
              </a:rPr>
              <a:t>reusable</a:t>
            </a:r>
            <a:r>
              <a:rPr dirty="0" sz="1450" spc="-7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25">
                <a:solidFill>
                  <a:srgbClr val="1A2E34"/>
                </a:solidFill>
                <a:latin typeface="Roboto"/>
                <a:cs typeface="Roboto"/>
              </a:rPr>
              <a:t>step </a:t>
            </a:r>
            <a:r>
              <a:rPr dirty="0" sz="1450" spc="-20">
                <a:solidFill>
                  <a:srgbClr val="1A2E34"/>
                </a:solidFill>
                <a:latin typeface="Roboto"/>
                <a:cs typeface="Roboto"/>
              </a:rPr>
              <a:t>de</a:t>
            </a:r>
            <a:r>
              <a:rPr dirty="0" sz="1200" spc="-20">
                <a:solidFill>
                  <a:srgbClr val="1A2E34"/>
                </a:solidFill>
                <a:latin typeface="Roboto"/>
                <a:cs typeface="Roboto"/>
              </a:rPr>
              <a:t>ﬁ</a:t>
            </a:r>
            <a:r>
              <a:rPr dirty="0" sz="1450" spc="-20">
                <a:solidFill>
                  <a:srgbClr val="1A2E34"/>
                </a:solidFill>
                <a:latin typeface="Roboto"/>
                <a:cs typeface="Roboto"/>
              </a:rPr>
              <a:t>nitions</a:t>
            </a:r>
            <a:endParaRPr sz="1450">
              <a:latin typeface="Roboto"/>
              <a:cs typeface="Roboto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580" y="5112118"/>
            <a:ext cx="199966" cy="19996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43740" y="5079081"/>
            <a:ext cx="301561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130">
                <a:solidFill>
                  <a:srgbClr val="1A2E34"/>
                </a:solidFill>
                <a:latin typeface="Roboto"/>
                <a:cs typeface="Roboto"/>
              </a:rPr>
              <a:t>Integrate</a:t>
            </a:r>
            <a:r>
              <a:rPr dirty="0" sz="1450" spc="-7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20">
                <a:solidFill>
                  <a:srgbClr val="1A2E34"/>
                </a:solidFill>
                <a:latin typeface="Roboto"/>
                <a:cs typeface="Roboto"/>
              </a:rPr>
              <a:t>Allure</a:t>
            </a:r>
            <a:r>
              <a:rPr dirty="0" sz="1450" spc="-7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35">
                <a:solidFill>
                  <a:srgbClr val="1A2E34"/>
                </a:solidFill>
                <a:latin typeface="Roboto"/>
                <a:cs typeface="Roboto"/>
              </a:rPr>
              <a:t>reporting</a:t>
            </a:r>
            <a:r>
              <a:rPr dirty="0" sz="1450" spc="3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14">
                <a:solidFill>
                  <a:srgbClr val="1A2E34"/>
                </a:solidFill>
                <a:latin typeface="Roboto"/>
                <a:cs typeface="Roboto"/>
              </a:rPr>
              <a:t>for</a:t>
            </a:r>
            <a:r>
              <a:rPr dirty="0" sz="1450" spc="-4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45">
                <a:solidFill>
                  <a:srgbClr val="1A2E34"/>
                </a:solidFill>
                <a:latin typeface="Roboto"/>
                <a:cs typeface="Roboto"/>
              </a:rPr>
              <a:t>rich</a:t>
            </a:r>
            <a:r>
              <a:rPr dirty="0" sz="1450" spc="5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40">
                <a:solidFill>
                  <a:srgbClr val="1A2E34"/>
                </a:solidFill>
                <a:latin typeface="Roboto"/>
                <a:cs typeface="Roboto"/>
              </a:rPr>
              <a:t>test</a:t>
            </a:r>
            <a:r>
              <a:rPr dirty="0" sz="1450" spc="-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450" spc="-105">
                <a:solidFill>
                  <a:srgbClr val="1A2E34"/>
                </a:solidFill>
                <a:latin typeface="Roboto"/>
                <a:cs typeface="Roboto"/>
              </a:rPr>
              <a:t>results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06681" y="2197630"/>
            <a:ext cx="1976755" cy="3136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850" spc="220">
                <a:solidFill>
                  <a:srgbClr val="01808F"/>
                </a:solidFill>
                <a:latin typeface="MingLiU_HKSCS-ExtB"/>
                <a:cs typeface="MingLiU_HKSCS-ExtB"/>
              </a:rPr>
              <a:t>🛠</a:t>
            </a:r>
            <a:r>
              <a:rPr dirty="0" sz="1850" spc="-290">
                <a:solidFill>
                  <a:srgbClr val="01808F"/>
                </a:solidFill>
                <a:latin typeface="MingLiU_HKSCS-ExtB"/>
                <a:cs typeface="MingLiU_HKSCS-ExtB"/>
              </a:rPr>
              <a:t> </a:t>
            </a:r>
            <a:r>
              <a:rPr dirty="0" sz="1750" spc="-110">
                <a:solidFill>
                  <a:srgbClr val="01808F"/>
                </a:solidFill>
                <a:latin typeface="Roboto"/>
                <a:cs typeface="Roboto"/>
              </a:rPr>
              <a:t>Technology</a:t>
            </a:r>
            <a:r>
              <a:rPr dirty="0" sz="1750" spc="-8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dirty="0" sz="1750" spc="-40">
                <a:solidFill>
                  <a:srgbClr val="01808F"/>
                </a:solidFill>
                <a:latin typeface="Roboto"/>
                <a:cs typeface="Roboto"/>
              </a:rPr>
              <a:t>Stack</a:t>
            </a:r>
            <a:endParaRPr sz="17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357332" y="2414112"/>
            <a:ext cx="4383405" cy="929640"/>
            <a:chOff x="5357332" y="2414112"/>
            <a:chExt cx="4383405" cy="92964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332" y="2414112"/>
              <a:ext cx="4333694" cy="87972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06752" y="2463532"/>
              <a:ext cx="4333694" cy="87972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743021" y="2781108"/>
            <a:ext cx="107886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40">
                <a:solidFill>
                  <a:srgbClr val="4A6F78"/>
                </a:solidFill>
                <a:latin typeface="Roboto"/>
                <a:cs typeface="Roboto"/>
              </a:rPr>
              <a:t>Test</a:t>
            </a:r>
            <a:r>
              <a:rPr dirty="0" sz="1200" spc="-1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55">
                <a:solidFill>
                  <a:srgbClr val="4A6F78"/>
                </a:solidFill>
                <a:latin typeface="Roboto"/>
                <a:cs typeface="Roboto"/>
              </a:rPr>
              <a:t>Automation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79112" y="2781108"/>
            <a:ext cx="136715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45">
                <a:solidFill>
                  <a:srgbClr val="01808F"/>
                </a:solidFill>
                <a:latin typeface="Roboto"/>
                <a:cs typeface="Roboto"/>
              </a:rPr>
              <a:t>Selenium</a:t>
            </a:r>
            <a:r>
              <a:rPr dirty="0" sz="1200" spc="1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dirty="0" sz="1200" spc="-80">
                <a:solidFill>
                  <a:srgbClr val="01808F"/>
                </a:solidFill>
                <a:latin typeface="Roboto"/>
                <a:cs typeface="Roboto"/>
              </a:rPr>
              <a:t>Java</a:t>
            </a:r>
            <a:r>
              <a:rPr dirty="0" sz="120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dirty="0" sz="1200" spc="-120">
                <a:solidFill>
                  <a:srgbClr val="01808F"/>
                </a:solidFill>
                <a:latin typeface="Roboto"/>
                <a:cs typeface="Roboto"/>
              </a:rPr>
              <a:t>4.41</a:t>
            </a:r>
            <a:r>
              <a:rPr dirty="0" sz="1200" spc="-15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01808F"/>
                </a:solidFill>
                <a:latin typeface="Roboto"/>
                <a:cs typeface="Roboto"/>
              </a:rPr>
              <a:t>.0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357332" y="2968565"/>
            <a:ext cx="4383405" cy="929640"/>
            <a:chOff x="5357332" y="2968565"/>
            <a:chExt cx="4383405" cy="92964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332" y="2968565"/>
              <a:ext cx="4333694" cy="87972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06752" y="3017985"/>
              <a:ext cx="4333694" cy="87972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743021" y="3335561"/>
            <a:ext cx="103822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100">
                <a:solidFill>
                  <a:srgbClr val="4A6F78"/>
                </a:solidFill>
                <a:latin typeface="Roboto"/>
                <a:cs typeface="Roboto"/>
              </a:rPr>
              <a:t>BDD</a:t>
            </a:r>
            <a:r>
              <a:rPr dirty="0" sz="1200" spc="-2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50">
                <a:solidFill>
                  <a:srgbClr val="4A6F78"/>
                </a:solidFill>
                <a:latin typeface="Roboto"/>
                <a:cs typeface="Roboto"/>
              </a:rPr>
              <a:t>Framework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79112" y="3335561"/>
            <a:ext cx="109156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70">
                <a:solidFill>
                  <a:srgbClr val="01808F"/>
                </a:solidFill>
                <a:latin typeface="Roboto"/>
                <a:cs typeface="Roboto"/>
              </a:rPr>
              <a:t>Cucumber</a:t>
            </a:r>
            <a:r>
              <a:rPr dirty="0" sz="1200" spc="45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dirty="0" sz="1200" spc="-50">
                <a:solidFill>
                  <a:srgbClr val="01808F"/>
                </a:solidFill>
                <a:latin typeface="Roboto"/>
                <a:cs typeface="Roboto"/>
              </a:rPr>
              <a:t>7.33.0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57332" y="3523018"/>
            <a:ext cx="4383405" cy="929640"/>
            <a:chOff x="5357332" y="3523018"/>
            <a:chExt cx="4383405" cy="929640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332" y="3523018"/>
              <a:ext cx="4333694" cy="87972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06752" y="3572438"/>
              <a:ext cx="4333694" cy="87972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743021" y="3890014"/>
            <a:ext cx="79184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40">
                <a:solidFill>
                  <a:srgbClr val="4A6F78"/>
                </a:solidFill>
                <a:latin typeface="Roboto"/>
                <a:cs typeface="Roboto"/>
              </a:rPr>
              <a:t>Test</a:t>
            </a:r>
            <a:r>
              <a:rPr dirty="0" sz="1200" spc="-1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55">
                <a:solidFill>
                  <a:srgbClr val="4A6F78"/>
                </a:solidFill>
                <a:latin typeface="Roboto"/>
                <a:cs typeface="Roboto"/>
              </a:rPr>
              <a:t>Runner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79112" y="3890014"/>
            <a:ext cx="93281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45">
                <a:solidFill>
                  <a:srgbClr val="01808F"/>
                </a:solidFill>
                <a:latin typeface="Roboto"/>
                <a:cs typeface="Roboto"/>
              </a:rPr>
              <a:t>TestNG</a:t>
            </a:r>
            <a:r>
              <a:rPr dirty="0" sz="1200" spc="15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dirty="0" sz="1200" spc="-45">
                <a:solidFill>
                  <a:srgbClr val="01808F"/>
                </a:solidFill>
                <a:latin typeface="Roboto"/>
                <a:cs typeface="Roboto"/>
              </a:rPr>
              <a:t>7.12.0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357332" y="4077471"/>
            <a:ext cx="4383405" cy="929640"/>
            <a:chOff x="5357332" y="4077471"/>
            <a:chExt cx="4383405" cy="929640"/>
          </a:xfrm>
        </p:grpSpPr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332" y="4077471"/>
              <a:ext cx="4333694" cy="87972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06752" y="4126891"/>
              <a:ext cx="4333694" cy="879726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743021" y="4444467"/>
            <a:ext cx="64135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5">
                <a:solidFill>
                  <a:srgbClr val="4A6F78"/>
                </a:solidFill>
                <a:latin typeface="Roboto"/>
                <a:cs typeface="Roboto"/>
              </a:rPr>
              <a:t>Build</a:t>
            </a:r>
            <a:r>
              <a:rPr dirty="0" sz="120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70">
                <a:solidFill>
                  <a:srgbClr val="4A6F78"/>
                </a:solidFill>
                <a:latin typeface="Roboto"/>
                <a:cs typeface="Roboto"/>
              </a:rPr>
              <a:t>Tool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79112" y="4444467"/>
            <a:ext cx="947419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70">
                <a:solidFill>
                  <a:srgbClr val="01808F"/>
                </a:solidFill>
                <a:latin typeface="Roboto"/>
                <a:cs typeface="Roboto"/>
              </a:rPr>
              <a:t>Apache</a:t>
            </a:r>
            <a:r>
              <a:rPr dirty="0" sz="1200" spc="20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dirty="0" sz="1200" spc="-60">
                <a:solidFill>
                  <a:srgbClr val="01808F"/>
                </a:solidFill>
                <a:latin typeface="Roboto"/>
                <a:cs typeface="Roboto"/>
              </a:rPr>
              <a:t>Maven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357332" y="4631924"/>
            <a:ext cx="4383405" cy="929640"/>
            <a:chOff x="5357332" y="4631924"/>
            <a:chExt cx="4383405" cy="929640"/>
          </a:xfrm>
        </p:grpSpPr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332" y="4631924"/>
              <a:ext cx="4333694" cy="87972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06752" y="4681344"/>
              <a:ext cx="4333694" cy="879726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743021" y="4998920"/>
            <a:ext cx="521334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70">
                <a:solidFill>
                  <a:srgbClr val="4A6F78"/>
                </a:solidFill>
                <a:latin typeface="Roboto"/>
                <a:cs typeface="Roboto"/>
              </a:rPr>
              <a:t>Logging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379112" y="4998920"/>
            <a:ext cx="78740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75">
                <a:solidFill>
                  <a:srgbClr val="01808F"/>
                </a:solidFill>
                <a:latin typeface="Roboto"/>
                <a:cs typeface="Roboto"/>
              </a:rPr>
              <a:t>Log4j</a:t>
            </a:r>
            <a:r>
              <a:rPr dirty="0" sz="1200" spc="15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dirty="0" sz="1200" spc="-50">
                <a:solidFill>
                  <a:srgbClr val="01808F"/>
                </a:solidFill>
                <a:latin typeface="Roboto"/>
                <a:cs typeface="Roboto"/>
              </a:rPr>
              <a:t>2.25.3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357332" y="5186376"/>
            <a:ext cx="4383405" cy="929640"/>
            <a:chOff x="5357332" y="5186376"/>
            <a:chExt cx="4383405" cy="929640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7332" y="5186376"/>
              <a:ext cx="4333694" cy="87972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06752" y="5235796"/>
              <a:ext cx="4333694" cy="879726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5743021" y="5553373"/>
            <a:ext cx="638810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50">
                <a:solidFill>
                  <a:srgbClr val="4A6F78"/>
                </a:solidFill>
                <a:latin typeface="Roboto"/>
                <a:cs typeface="Roboto"/>
              </a:rPr>
              <a:t>Reporting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90"/>
              </a:lnSpc>
            </a:pPr>
            <a:r>
              <a:rPr dirty="0" spc="-30"/>
              <a:t>GoStop </a:t>
            </a:r>
            <a:r>
              <a:rPr dirty="0" spc="-10"/>
              <a:t>Automation</a:t>
            </a:r>
            <a:r>
              <a:rPr dirty="0" spc="-20"/>
              <a:t> </a:t>
            </a:r>
            <a:r>
              <a:rPr dirty="0" spc="-10"/>
              <a:t>Project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7379112" y="5553373"/>
            <a:ext cx="812165" cy="2101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200" spc="-45">
                <a:solidFill>
                  <a:srgbClr val="01808F"/>
                </a:solidFill>
                <a:latin typeface="Roboto"/>
                <a:cs typeface="Roboto"/>
              </a:rPr>
              <a:t>Allure</a:t>
            </a:r>
            <a:r>
              <a:rPr dirty="0" sz="1200" spc="15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dirty="0" sz="1200" spc="-50">
                <a:solidFill>
                  <a:srgbClr val="01808F"/>
                </a:solidFill>
                <a:latin typeface="Roboto"/>
                <a:cs typeface="Roboto"/>
              </a:rPr>
              <a:t>2.32.0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2004" y="1221858"/>
            <a:ext cx="9089390" cy="772795"/>
          </a:xfrm>
          <a:custGeom>
            <a:avLst/>
            <a:gdLst/>
            <a:ahLst/>
            <a:cxnLst/>
            <a:rect l="l" t="t" r="r" b="b"/>
            <a:pathLst>
              <a:path w="9089390" h="772794">
                <a:moveTo>
                  <a:pt x="9144000" y="777240"/>
                </a:moveTo>
                <a:lnTo>
                  <a:pt x="0" y="777240"/>
                </a:lnTo>
                <a:lnTo>
                  <a:pt x="0" y="0"/>
                </a:lnTo>
                <a:lnTo>
                  <a:pt x="9144000" y="0"/>
                </a:lnTo>
                <a:lnTo>
                  <a:pt x="9144000" y="777240"/>
                </a:lnTo>
                <a:close/>
              </a:path>
            </a:pathLst>
          </a:custGeom>
          <a:solidFill>
            <a:srgbClr val="004E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383" rIns="0" bIns="0" rtlCol="0" vert="horz">
            <a:spAutoFit/>
          </a:bodyPr>
          <a:lstStyle/>
          <a:p>
            <a:pPr marL="363220">
              <a:lnSpc>
                <a:spcPct val="100000"/>
              </a:lnSpc>
              <a:spcBef>
                <a:spcPts val="95"/>
              </a:spcBef>
            </a:pPr>
            <a:r>
              <a:rPr dirty="0" sz="3000" spc="-285"/>
              <a:t>Project</a:t>
            </a:r>
            <a:r>
              <a:rPr dirty="0" sz="3000" spc="-185"/>
              <a:t> </a:t>
            </a:r>
            <a:r>
              <a:rPr dirty="0" sz="3000" spc="-285"/>
              <a:t>Architecture</a:t>
            </a:r>
            <a:r>
              <a:rPr dirty="0" sz="3000" spc="-200"/>
              <a:t> </a:t>
            </a:r>
            <a:r>
              <a:rPr dirty="0" sz="2350"/>
              <a:t>—</a:t>
            </a:r>
            <a:r>
              <a:rPr dirty="0" sz="2350" spc="-40"/>
              <a:t> </a:t>
            </a:r>
            <a:r>
              <a:rPr dirty="0" sz="3000" spc="-360"/>
              <a:t>Page</a:t>
            </a:r>
            <a:r>
              <a:rPr dirty="0" sz="3000" spc="-200"/>
              <a:t> </a:t>
            </a:r>
            <a:r>
              <a:rPr dirty="0" sz="3000" spc="-290"/>
              <a:t>Object</a:t>
            </a:r>
            <a:r>
              <a:rPr dirty="0" sz="3000" spc="-180"/>
              <a:t> </a:t>
            </a:r>
            <a:r>
              <a:rPr dirty="0" sz="3000" spc="-345"/>
              <a:t>Model</a:t>
            </a:r>
            <a:r>
              <a:rPr dirty="0" sz="3000" spc="-25"/>
              <a:t> </a:t>
            </a:r>
            <a:r>
              <a:rPr dirty="0" sz="3000" spc="-375"/>
              <a:t>(POM)</a:t>
            </a:r>
            <a:endParaRPr sz="3000"/>
          </a:p>
        </p:txBody>
      </p:sp>
      <p:grpSp>
        <p:nvGrpSpPr>
          <p:cNvPr id="4" name="object 4"/>
          <p:cNvGrpSpPr/>
          <p:nvPr/>
        </p:nvGrpSpPr>
        <p:grpSpPr>
          <a:xfrm>
            <a:off x="1005067" y="1924838"/>
            <a:ext cx="4271010" cy="2071370"/>
            <a:chOff x="1005067" y="1924838"/>
            <a:chExt cx="4271010" cy="20713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067" y="1924838"/>
              <a:ext cx="4221516" cy="11493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4488" y="1974258"/>
              <a:ext cx="4221516" cy="11493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067" y="2797419"/>
              <a:ext cx="4221516" cy="114930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4488" y="2846839"/>
              <a:ext cx="4221516" cy="114930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80115" y="2205249"/>
            <a:ext cx="2667000" cy="14097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spc="-110">
                <a:solidFill>
                  <a:srgbClr val="FFFFFF"/>
                </a:solidFill>
                <a:latin typeface="Roboto"/>
                <a:cs typeface="Roboto"/>
              </a:rPr>
              <a:t>src/main/java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050" spc="-25">
                <a:solidFill>
                  <a:srgbClr val="FFFFFF"/>
                </a:solidFill>
                <a:latin typeface="Roboto"/>
                <a:cs typeface="Roboto"/>
              </a:rPr>
              <a:t>base/</a:t>
            </a:r>
            <a:r>
              <a:rPr dirty="0" sz="1050" spc="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FFFFFF"/>
                </a:solidFill>
                <a:latin typeface="Roboto"/>
                <a:cs typeface="Roboto"/>
              </a:rPr>
              <a:t>·</a:t>
            </a:r>
            <a:r>
              <a:rPr dirty="0" sz="1050" spc="1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Roboto"/>
                <a:cs typeface="Roboto"/>
              </a:rPr>
              <a:t>pageObject/</a:t>
            </a:r>
            <a:endParaRPr sz="10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00" spc="-90">
                <a:solidFill>
                  <a:srgbClr val="FFFFFF"/>
                </a:solidFill>
                <a:latin typeface="Roboto"/>
                <a:cs typeface="Roboto"/>
              </a:rPr>
              <a:t>src/test/java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050" spc="-30">
                <a:solidFill>
                  <a:srgbClr val="FFFFFF"/>
                </a:solidFill>
                <a:latin typeface="Roboto"/>
                <a:cs typeface="Roboto"/>
              </a:rPr>
              <a:t>stepDe</a:t>
            </a:r>
            <a:r>
              <a:rPr dirty="0" sz="1000" spc="-30">
                <a:solidFill>
                  <a:srgbClr val="FFFFFF"/>
                </a:solidFill>
                <a:latin typeface="Roboto"/>
                <a:cs typeface="Roboto"/>
              </a:rPr>
              <a:t>ﬁ</a:t>
            </a:r>
            <a:r>
              <a:rPr dirty="0" sz="1050" spc="-30">
                <a:solidFill>
                  <a:srgbClr val="FFFFFF"/>
                </a:solidFill>
                <a:latin typeface="Roboto"/>
                <a:cs typeface="Roboto"/>
              </a:rPr>
              <a:t>nitions/</a:t>
            </a:r>
            <a:r>
              <a:rPr dirty="0" sz="1050" spc="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FFFFFF"/>
                </a:solidFill>
                <a:latin typeface="Roboto"/>
                <a:cs typeface="Roboto"/>
              </a:rPr>
              <a:t>·</a:t>
            </a:r>
            <a:r>
              <a:rPr dirty="0" sz="1050" spc="1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FFFFFF"/>
                </a:solidFill>
                <a:latin typeface="Roboto"/>
                <a:cs typeface="Roboto"/>
              </a:rPr>
              <a:t>hooks/</a:t>
            </a:r>
            <a:r>
              <a:rPr dirty="0" sz="1050" spc="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FFFFFF"/>
                </a:solidFill>
                <a:latin typeface="Roboto"/>
                <a:cs typeface="Roboto"/>
              </a:rPr>
              <a:t>·</a:t>
            </a:r>
            <a:r>
              <a:rPr dirty="0" sz="1050" spc="1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50" spc="-30">
                <a:solidFill>
                  <a:srgbClr val="FFFFFF"/>
                </a:solidFill>
                <a:latin typeface="Roboto"/>
                <a:cs typeface="Roboto"/>
              </a:rPr>
              <a:t>cucumberOptions/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05067" y="3670001"/>
            <a:ext cx="4271010" cy="2071370"/>
            <a:chOff x="1005067" y="3670001"/>
            <a:chExt cx="4271010" cy="207137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067" y="3670001"/>
              <a:ext cx="4221516" cy="114930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4488" y="3719421"/>
              <a:ext cx="4221516" cy="11493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067" y="4542582"/>
              <a:ext cx="4221516" cy="11493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4488" y="4592003"/>
              <a:ext cx="4221516" cy="114930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380115" y="3925455"/>
            <a:ext cx="2555240" cy="1434465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400" spc="-10">
                <a:solidFill>
                  <a:srgbClr val="004E59"/>
                </a:solidFill>
                <a:latin typeface="Roboto"/>
                <a:cs typeface="Roboto"/>
              </a:rPr>
              <a:t>src/test/resources</a:t>
            </a:r>
            <a:endParaRPr sz="1400">
              <a:latin typeface="Roboto"/>
              <a:cs typeface="Roboto"/>
            </a:endParaRPr>
          </a:p>
          <a:p>
            <a:pPr marL="12700" marR="5080">
              <a:lnSpc>
                <a:spcPts val="1090"/>
              </a:lnSpc>
              <a:spcBef>
                <a:spcPts val="495"/>
              </a:spcBef>
            </a:pPr>
            <a:r>
              <a:rPr dirty="0" sz="1050" spc="-45">
                <a:solidFill>
                  <a:srgbClr val="004E59"/>
                </a:solidFill>
                <a:latin typeface="Roboto"/>
                <a:cs typeface="Roboto"/>
              </a:rPr>
              <a:t>features/</a:t>
            </a:r>
            <a:r>
              <a:rPr dirty="0" sz="1050" spc="145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dirty="0" sz="1050" spc="-55">
                <a:solidFill>
                  <a:srgbClr val="004E59"/>
                </a:solidFill>
                <a:latin typeface="Roboto"/>
                <a:cs typeface="Roboto"/>
              </a:rPr>
              <a:t>(A_SelectThePlace,</a:t>
            </a:r>
            <a:r>
              <a:rPr dirty="0" sz="1050" spc="-10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004E59"/>
                </a:solidFill>
                <a:latin typeface="Roboto"/>
                <a:cs typeface="Roboto"/>
              </a:rPr>
              <a:t>B_validateRoom, </a:t>
            </a:r>
            <a:r>
              <a:rPr dirty="0" sz="1050" spc="-10">
                <a:solidFill>
                  <a:srgbClr val="004E59"/>
                </a:solidFill>
                <a:latin typeface="Roboto"/>
                <a:cs typeface="Roboto"/>
              </a:rPr>
              <a:t>C_ValidateGuestDetail)</a:t>
            </a:r>
            <a:endParaRPr sz="10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400" spc="-25">
                <a:solidFill>
                  <a:srgbClr val="004E59"/>
                </a:solidFill>
                <a:latin typeface="Roboto"/>
                <a:cs typeface="Roboto"/>
              </a:rPr>
              <a:t>src/main/resources</a:t>
            </a:r>
            <a:endParaRPr sz="14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050" spc="-65">
                <a:solidFill>
                  <a:srgbClr val="004E59"/>
                </a:solidFill>
                <a:latin typeface="Roboto"/>
                <a:cs typeface="Roboto"/>
              </a:rPr>
              <a:t>selenium-</a:t>
            </a:r>
            <a:r>
              <a:rPr dirty="0" sz="1050" spc="-85">
                <a:solidFill>
                  <a:srgbClr val="004E59"/>
                </a:solidFill>
                <a:latin typeface="Roboto"/>
                <a:cs typeface="Roboto"/>
              </a:rPr>
              <a:t>server-</a:t>
            </a:r>
            <a:r>
              <a:rPr dirty="0" sz="1050" spc="-50">
                <a:solidFill>
                  <a:srgbClr val="004E59"/>
                </a:solidFill>
                <a:latin typeface="Roboto"/>
                <a:cs typeface="Roboto"/>
              </a:rPr>
              <a:t>4.</a:t>
            </a:r>
            <a:r>
              <a:rPr dirty="0" sz="1050" spc="-160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dirty="0" sz="1050" spc="-35">
                <a:solidFill>
                  <a:srgbClr val="004E59"/>
                </a:solidFill>
                <a:latin typeface="Roboto"/>
                <a:cs typeface="Roboto"/>
              </a:rPr>
              <a:t>44.</a:t>
            </a:r>
            <a:r>
              <a:rPr dirty="0" sz="1050" spc="-155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004E59"/>
                </a:solidFill>
                <a:latin typeface="Roboto"/>
                <a:cs typeface="Roboto"/>
              </a:rPr>
              <a:t>0.</a:t>
            </a:r>
            <a:r>
              <a:rPr dirty="0" sz="1050" spc="-155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dirty="0" sz="1050" spc="-30">
                <a:solidFill>
                  <a:srgbClr val="004E59"/>
                </a:solidFill>
                <a:latin typeface="Roboto"/>
                <a:cs typeface="Roboto"/>
              </a:rPr>
              <a:t>jar</a:t>
            </a:r>
            <a:r>
              <a:rPr dirty="0" sz="1050" spc="95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004E59"/>
                </a:solidFill>
                <a:latin typeface="Roboto"/>
                <a:cs typeface="Roboto"/>
              </a:rPr>
              <a:t>·</a:t>
            </a:r>
            <a:r>
              <a:rPr dirty="0" sz="1050" spc="250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004E59"/>
                </a:solidFill>
                <a:latin typeface="Roboto"/>
                <a:cs typeface="Roboto"/>
              </a:rPr>
              <a:t>log4j2.</a:t>
            </a:r>
            <a:r>
              <a:rPr dirty="0" sz="1050" spc="-155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dirty="0" sz="1050" spc="-25">
                <a:solidFill>
                  <a:srgbClr val="004E59"/>
                </a:solidFill>
                <a:latin typeface="Roboto"/>
                <a:cs typeface="Roboto"/>
              </a:rPr>
              <a:t>xml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074017" y="1914195"/>
            <a:ext cx="4666615" cy="4019550"/>
            <a:chOff x="5074017" y="1914195"/>
            <a:chExt cx="4666615" cy="4019550"/>
          </a:xfrm>
        </p:grpSpPr>
        <p:sp>
          <p:nvSpPr>
            <p:cNvPr id="17" name="object 17"/>
            <p:cNvSpPr/>
            <p:nvPr/>
          </p:nvSpPr>
          <p:spPr>
            <a:xfrm>
              <a:off x="5074017" y="4039570"/>
              <a:ext cx="727710" cy="0"/>
            </a:xfrm>
            <a:custGeom>
              <a:avLst/>
              <a:gdLst/>
              <a:ahLst/>
              <a:cxnLst/>
              <a:rect l="l" t="t" r="r" b="b"/>
              <a:pathLst>
                <a:path w="727710" h="0">
                  <a:moveTo>
                    <a:pt x="0" y="0"/>
                  </a:moveTo>
                  <a:lnTo>
                    <a:pt x="727151" y="0"/>
                  </a:lnTo>
                </a:path>
              </a:pathLst>
            </a:custGeom>
            <a:ln w="12624">
              <a:solidFill>
                <a:srgbClr val="4A6F7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9120" y="1914195"/>
              <a:ext cx="4151906" cy="106151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8540" y="1963616"/>
              <a:ext cx="4151906" cy="106151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9120" y="2641347"/>
              <a:ext cx="4151906" cy="106151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8540" y="2690767"/>
              <a:ext cx="4151906" cy="106151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9120" y="3368498"/>
              <a:ext cx="4151906" cy="106151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8540" y="3417918"/>
              <a:ext cx="4151906" cy="106151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9120" y="4095650"/>
              <a:ext cx="4151906" cy="106151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8540" y="4145070"/>
              <a:ext cx="4151906" cy="106151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9120" y="4822801"/>
              <a:ext cx="4151906" cy="106151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88540" y="4872221"/>
              <a:ext cx="4151906" cy="1061514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5924810" y="2143400"/>
            <a:ext cx="3129280" cy="3447415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dirty="0" sz="1300" spc="-10">
                <a:solidFill>
                  <a:srgbClr val="01808F"/>
                </a:solidFill>
                <a:latin typeface="Roboto"/>
                <a:cs typeface="Roboto"/>
              </a:rPr>
              <a:t>Base.java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dirty="0" sz="1200" spc="-140">
                <a:solidFill>
                  <a:srgbClr val="4A6F78"/>
                </a:solidFill>
                <a:latin typeface="Roboto"/>
                <a:cs typeface="Roboto"/>
              </a:rPr>
              <a:t>ThreadLocal</a:t>
            </a:r>
            <a:r>
              <a:rPr dirty="0" sz="1200" spc="1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35">
                <a:solidFill>
                  <a:srgbClr val="4A6F78"/>
                </a:solidFill>
                <a:latin typeface="Roboto"/>
                <a:cs typeface="Roboto"/>
              </a:rPr>
              <a:t>WebDriver,</a:t>
            </a:r>
            <a:r>
              <a:rPr dirty="0" sz="1200" spc="3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4A6F78"/>
                </a:solidFill>
                <a:latin typeface="Roboto"/>
                <a:cs typeface="Roboto"/>
              </a:rPr>
              <a:t>Properties</a:t>
            </a:r>
            <a:r>
              <a:rPr dirty="0" sz="1200" spc="-2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A6F78"/>
                </a:solidFill>
                <a:latin typeface="Roboto"/>
                <a:cs typeface="Roboto"/>
              </a:rPr>
              <a:t>loader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-10">
                <a:solidFill>
                  <a:srgbClr val="01808F"/>
                </a:solidFill>
                <a:latin typeface="Roboto"/>
                <a:cs typeface="Roboto"/>
              </a:rPr>
              <a:t>HomePage.java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200" spc="-120">
                <a:solidFill>
                  <a:srgbClr val="4A6F78"/>
                </a:solidFill>
                <a:latin typeface="Roboto"/>
                <a:cs typeface="Roboto"/>
              </a:rPr>
              <a:t>Destination,</a:t>
            </a:r>
            <a:r>
              <a:rPr dirty="0" sz="1200" spc="-2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4A6F78"/>
                </a:solidFill>
                <a:latin typeface="Roboto"/>
                <a:cs typeface="Roboto"/>
              </a:rPr>
              <a:t>Location</a:t>
            </a:r>
            <a:r>
              <a:rPr dirty="0" sz="1200" spc="2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90">
                <a:solidFill>
                  <a:srgbClr val="4A6F78"/>
                </a:solidFill>
                <a:latin typeface="Roboto"/>
                <a:cs typeface="Roboto"/>
              </a:rPr>
              <a:t>&amp;</a:t>
            </a:r>
            <a:r>
              <a:rPr dirty="0" sz="1200" spc="-15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35">
                <a:solidFill>
                  <a:srgbClr val="4A6F78"/>
                </a:solidFill>
                <a:latin typeface="Roboto"/>
                <a:cs typeface="Roboto"/>
              </a:rPr>
              <a:t>Date</a:t>
            </a:r>
            <a:r>
              <a:rPr dirty="0" sz="1200" spc="-10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A6F78"/>
                </a:solidFill>
                <a:latin typeface="Roboto"/>
                <a:cs typeface="Roboto"/>
              </a:rPr>
              <a:t>selectors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300" spc="-25">
                <a:solidFill>
                  <a:srgbClr val="01808F"/>
                </a:solidFill>
                <a:latin typeface="Roboto"/>
                <a:cs typeface="Roboto"/>
              </a:rPr>
              <a:t>RoomAndExperiencePage.java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200" spc="-140">
                <a:solidFill>
                  <a:srgbClr val="4A6F78"/>
                </a:solidFill>
                <a:latin typeface="Roboto"/>
                <a:cs typeface="Roboto"/>
              </a:rPr>
              <a:t>Room</a:t>
            </a:r>
            <a:r>
              <a:rPr dirty="0" sz="1200" spc="-4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10">
                <a:solidFill>
                  <a:srgbClr val="4A6F78"/>
                </a:solidFill>
                <a:latin typeface="Roboto"/>
                <a:cs typeface="Roboto"/>
              </a:rPr>
              <a:t>type,</a:t>
            </a:r>
            <a:r>
              <a:rPr dirty="0" sz="1200" spc="-2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25">
                <a:solidFill>
                  <a:srgbClr val="4A6F78"/>
                </a:solidFill>
                <a:latin typeface="Roboto"/>
                <a:cs typeface="Roboto"/>
              </a:rPr>
              <a:t>Paragliding,</a:t>
            </a:r>
            <a:r>
              <a:rPr dirty="0" sz="1200" spc="-2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40">
                <a:solidFill>
                  <a:srgbClr val="4A6F78"/>
                </a:solidFill>
                <a:latin typeface="Roboto"/>
                <a:cs typeface="Roboto"/>
              </a:rPr>
              <a:t>Proceed</a:t>
            </a:r>
            <a:r>
              <a:rPr dirty="0" sz="1200" spc="1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A6F78"/>
                </a:solidFill>
                <a:latin typeface="Roboto"/>
                <a:cs typeface="Roboto"/>
              </a:rPr>
              <a:t>button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300" spc="-10">
                <a:solidFill>
                  <a:srgbClr val="01808F"/>
                </a:solidFill>
                <a:latin typeface="Roboto"/>
                <a:cs typeface="Roboto"/>
              </a:rPr>
              <a:t>GuestPage.java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200" spc="-130">
                <a:solidFill>
                  <a:srgbClr val="4A6F78"/>
                </a:solidFill>
                <a:latin typeface="Roboto"/>
                <a:cs typeface="Roboto"/>
              </a:rPr>
              <a:t>First/Last</a:t>
            </a:r>
            <a:r>
              <a:rPr dirty="0" sz="1200" spc="-9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35">
                <a:solidFill>
                  <a:srgbClr val="4A6F78"/>
                </a:solidFill>
                <a:latin typeface="Roboto"/>
                <a:cs typeface="Roboto"/>
              </a:rPr>
              <a:t>name,</a:t>
            </a:r>
            <a:r>
              <a:rPr dirty="0" sz="1200" spc="-1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14">
                <a:solidFill>
                  <a:srgbClr val="4A6F78"/>
                </a:solidFill>
                <a:latin typeface="Roboto"/>
                <a:cs typeface="Roboto"/>
              </a:rPr>
              <a:t>Mobile,</a:t>
            </a:r>
            <a:r>
              <a:rPr dirty="0" sz="1200" spc="-1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20">
                <a:solidFill>
                  <a:srgbClr val="4A6F78"/>
                </a:solidFill>
                <a:latin typeface="Roboto"/>
                <a:cs typeface="Roboto"/>
              </a:rPr>
              <a:t>Email,</a:t>
            </a:r>
            <a:r>
              <a:rPr dirty="0" sz="1200" spc="-1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60">
                <a:solidFill>
                  <a:srgbClr val="4A6F78"/>
                </a:solidFill>
                <a:latin typeface="Roboto"/>
                <a:cs typeface="Roboto"/>
              </a:rPr>
              <a:t>Pay</a:t>
            </a:r>
            <a:r>
              <a:rPr dirty="0" sz="1200" spc="-7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4A6F78"/>
                </a:solidFill>
                <a:latin typeface="Roboto"/>
                <a:cs typeface="Roboto"/>
              </a:rPr>
              <a:t>button</a:t>
            </a:r>
            <a:endParaRPr sz="12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10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300" spc="-10">
                <a:solidFill>
                  <a:srgbClr val="01808F"/>
                </a:solidFill>
                <a:latin typeface="Roboto"/>
                <a:cs typeface="Roboto"/>
              </a:rPr>
              <a:t>ScenerioHook.java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200" spc="-140">
                <a:solidFill>
                  <a:srgbClr val="4A6F78"/>
                </a:solidFill>
                <a:latin typeface="Roboto"/>
                <a:cs typeface="Roboto"/>
              </a:rPr>
              <a:t>@Before</a:t>
            </a:r>
            <a:r>
              <a:rPr dirty="0" sz="1200" spc="-125">
                <a:solidFill>
                  <a:srgbClr val="4A6F78"/>
                </a:solidFill>
                <a:latin typeface="Roboto"/>
                <a:cs typeface="Roboto"/>
              </a:rPr>
              <a:t> setup</a:t>
            </a:r>
            <a:r>
              <a:rPr dirty="0" sz="1200" spc="-4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20">
                <a:solidFill>
                  <a:srgbClr val="4A6F78"/>
                </a:solidFill>
                <a:latin typeface="Roboto"/>
                <a:cs typeface="Roboto"/>
              </a:rPr>
              <a:t>ChromeDriver</a:t>
            </a:r>
            <a:r>
              <a:rPr dirty="0" sz="1200" spc="8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dirty="0" sz="1200" spc="25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25">
                <a:solidFill>
                  <a:srgbClr val="4A6F78"/>
                </a:solidFill>
                <a:latin typeface="Roboto"/>
                <a:cs typeface="Roboto"/>
              </a:rPr>
              <a:t>@After</a:t>
            </a:r>
            <a:r>
              <a:rPr dirty="0" sz="1200" spc="-13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25">
                <a:solidFill>
                  <a:srgbClr val="4A6F78"/>
                </a:solidFill>
                <a:latin typeface="Roboto"/>
                <a:cs typeface="Roboto"/>
              </a:rPr>
              <a:t>screenshot</a:t>
            </a:r>
            <a:r>
              <a:rPr dirty="0" sz="1200" spc="-11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14">
                <a:solidFill>
                  <a:srgbClr val="4A6F78"/>
                </a:solidFill>
                <a:latin typeface="Roboto"/>
                <a:cs typeface="Roboto"/>
              </a:rPr>
              <a:t>+</a:t>
            </a:r>
            <a:r>
              <a:rPr dirty="0" sz="1200" spc="-5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40">
                <a:solidFill>
                  <a:srgbClr val="4A6F78"/>
                </a:solidFill>
                <a:latin typeface="Roboto"/>
                <a:cs typeface="Roboto"/>
              </a:rPr>
              <a:t>quit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90"/>
              </a:lnSpc>
            </a:pPr>
            <a:r>
              <a:rPr dirty="0" spc="-30"/>
              <a:t>GoStop </a:t>
            </a:r>
            <a:r>
              <a:rPr dirty="0" spc="-10"/>
              <a:t>Automation</a:t>
            </a:r>
            <a:r>
              <a:rPr dirty="0" spc="-20"/>
              <a:t> </a:t>
            </a:r>
            <a:r>
              <a:rPr dirty="0" spc="-10"/>
              <a:t>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2004" y="1221858"/>
            <a:ext cx="9089390" cy="772795"/>
          </a:xfrm>
          <a:custGeom>
            <a:avLst/>
            <a:gdLst/>
            <a:ahLst/>
            <a:cxnLst/>
            <a:rect l="l" t="t" r="r" b="b"/>
            <a:pathLst>
              <a:path w="9089390" h="772794">
                <a:moveTo>
                  <a:pt x="9144000" y="777240"/>
                </a:moveTo>
                <a:lnTo>
                  <a:pt x="0" y="777240"/>
                </a:lnTo>
                <a:lnTo>
                  <a:pt x="0" y="0"/>
                </a:lnTo>
                <a:lnTo>
                  <a:pt x="9144000" y="0"/>
                </a:lnTo>
                <a:lnTo>
                  <a:pt x="9144000" y="777240"/>
                </a:lnTo>
                <a:close/>
              </a:path>
            </a:pathLst>
          </a:custGeom>
          <a:solidFill>
            <a:srgbClr val="0180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383" rIns="0" bIns="0" rtlCol="0" vert="horz">
            <a:spAutoFit/>
          </a:bodyPr>
          <a:lstStyle/>
          <a:p>
            <a:pPr marL="363220">
              <a:lnSpc>
                <a:spcPct val="100000"/>
              </a:lnSpc>
              <a:spcBef>
                <a:spcPts val="95"/>
              </a:spcBef>
            </a:pPr>
            <a:r>
              <a:rPr dirty="0" sz="3000" spc="-360"/>
              <a:t>Cucumber</a:t>
            </a:r>
            <a:r>
              <a:rPr dirty="0" sz="3000" spc="-260"/>
              <a:t> </a:t>
            </a:r>
            <a:r>
              <a:rPr dirty="0" sz="3000" spc="-430"/>
              <a:t>BDD</a:t>
            </a:r>
            <a:r>
              <a:rPr dirty="0" sz="3000" spc="-165"/>
              <a:t> </a:t>
            </a:r>
            <a:r>
              <a:rPr dirty="0" sz="2350"/>
              <a:t>—</a:t>
            </a:r>
            <a:r>
              <a:rPr dirty="0" sz="2350" spc="-45"/>
              <a:t> </a:t>
            </a:r>
            <a:r>
              <a:rPr dirty="0" sz="3000" spc="-340"/>
              <a:t>Test</a:t>
            </a:r>
            <a:r>
              <a:rPr dirty="0" sz="3000" spc="-180"/>
              <a:t> </a:t>
            </a:r>
            <a:r>
              <a:rPr dirty="0" sz="3000" spc="-325"/>
              <a:t>Scenarios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1556424" y="4126870"/>
            <a:ext cx="2375535" cy="1435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30"/>
              </a:lnSpc>
            </a:pPr>
            <a:r>
              <a:rPr dirty="0" sz="1300" spc="-85">
                <a:solidFill>
                  <a:srgbClr val="1A2E34"/>
                </a:solidFill>
                <a:latin typeface="Roboto"/>
                <a:cs typeface="Roboto"/>
              </a:rPr>
              <a:t>Veri</a:t>
            </a:r>
            <a:r>
              <a:rPr dirty="0" sz="1100" spc="-85">
                <a:solidFill>
                  <a:srgbClr val="1A2E34"/>
                </a:solidFill>
                <a:latin typeface="Roboto"/>
                <a:cs typeface="Roboto"/>
              </a:rPr>
              <a:t>ﬁ</a:t>
            </a:r>
            <a:r>
              <a:rPr dirty="0" sz="1300" spc="-85">
                <a:solidFill>
                  <a:srgbClr val="1A2E34"/>
                </a:solidFill>
                <a:latin typeface="Roboto"/>
                <a:cs typeface="Roboto"/>
              </a:rPr>
              <a:t>es</a:t>
            </a:r>
            <a:r>
              <a:rPr dirty="0" sz="1300" spc="5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05">
                <a:solidFill>
                  <a:srgbClr val="1A2E34"/>
                </a:solidFill>
                <a:latin typeface="Roboto"/>
                <a:cs typeface="Roboto"/>
              </a:rPr>
              <a:t>available</a:t>
            </a:r>
            <a:r>
              <a:rPr dirty="0" sz="1300" spc="1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40">
                <a:solidFill>
                  <a:srgbClr val="1A2E34"/>
                </a:solidFill>
                <a:latin typeface="Roboto"/>
                <a:cs typeface="Roboto"/>
              </a:rPr>
              <a:t>rooms</a:t>
            </a:r>
            <a:r>
              <a:rPr dirty="0" sz="1300" spc="5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00">
                <a:solidFill>
                  <a:srgbClr val="1A2E34"/>
                </a:solidFill>
                <a:latin typeface="Roboto"/>
                <a:cs typeface="Roboto"/>
              </a:rPr>
              <a:t>are</a:t>
            </a:r>
            <a:r>
              <a:rPr dirty="0" sz="1300" spc="1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95">
                <a:solidFill>
                  <a:srgbClr val="1A2E34"/>
                </a:solidFill>
                <a:latin typeface="Roboto"/>
                <a:cs typeface="Roboto"/>
              </a:rPr>
              <a:t>displayed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14173" y="1924838"/>
            <a:ext cx="4271010" cy="2726055"/>
            <a:chOff x="914173" y="1924838"/>
            <a:chExt cx="4271010" cy="27260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173" y="1924838"/>
              <a:ext cx="4221516" cy="26763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3594" y="1974258"/>
              <a:ext cx="4221516" cy="26763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65567" y="2176246"/>
              <a:ext cx="3817620" cy="454659"/>
            </a:xfrm>
            <a:custGeom>
              <a:avLst/>
              <a:gdLst/>
              <a:ahLst/>
              <a:cxnLst/>
              <a:rect l="l" t="t" r="r" b="b"/>
              <a:pathLst>
                <a:path w="3817620" h="454660">
                  <a:moveTo>
                    <a:pt x="3817543" y="109080"/>
                  </a:moveTo>
                  <a:lnTo>
                    <a:pt x="3808984" y="66624"/>
                  </a:lnTo>
                  <a:lnTo>
                    <a:pt x="3785603" y="31953"/>
                  </a:lnTo>
                  <a:lnTo>
                    <a:pt x="3750932" y="8572"/>
                  </a:lnTo>
                  <a:lnTo>
                    <a:pt x="3708476" y="0"/>
                  </a:lnTo>
                  <a:lnTo>
                    <a:pt x="109080" y="0"/>
                  </a:lnTo>
                  <a:lnTo>
                    <a:pt x="66624" y="8572"/>
                  </a:lnTo>
                  <a:lnTo>
                    <a:pt x="31953" y="31953"/>
                  </a:lnTo>
                  <a:lnTo>
                    <a:pt x="8572" y="66624"/>
                  </a:lnTo>
                  <a:lnTo>
                    <a:pt x="0" y="109080"/>
                  </a:lnTo>
                  <a:lnTo>
                    <a:pt x="0" y="227241"/>
                  </a:lnTo>
                  <a:lnTo>
                    <a:pt x="0" y="345401"/>
                  </a:lnTo>
                  <a:lnTo>
                    <a:pt x="0" y="454469"/>
                  </a:lnTo>
                  <a:lnTo>
                    <a:pt x="109080" y="454469"/>
                  </a:lnTo>
                  <a:lnTo>
                    <a:pt x="3708476" y="454469"/>
                  </a:lnTo>
                  <a:lnTo>
                    <a:pt x="3817543" y="454469"/>
                  </a:lnTo>
                  <a:lnTo>
                    <a:pt x="3817543" y="345401"/>
                  </a:lnTo>
                  <a:lnTo>
                    <a:pt x="3817543" y="227241"/>
                  </a:lnTo>
                  <a:lnTo>
                    <a:pt x="3817543" y="109080"/>
                  </a:lnTo>
                  <a:close/>
                </a:path>
              </a:pathLst>
            </a:custGeom>
            <a:solidFill>
              <a:srgbClr val="0180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7368" y="2739787"/>
              <a:ext cx="136340" cy="1363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7368" y="3076094"/>
              <a:ext cx="136340" cy="1363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47368" y="3412402"/>
              <a:ext cx="136340" cy="13634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7368" y="3748709"/>
              <a:ext cx="136340" cy="1363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7368" y="4085017"/>
              <a:ext cx="136340" cy="136340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914173" y="3742716"/>
            <a:ext cx="4271010" cy="2389505"/>
            <a:chOff x="914173" y="3742716"/>
            <a:chExt cx="4271010" cy="238950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173" y="3742716"/>
              <a:ext cx="4221516" cy="23400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3594" y="3792136"/>
              <a:ext cx="4221516" cy="23400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165580" y="3994123"/>
              <a:ext cx="3817620" cy="454659"/>
            </a:xfrm>
            <a:custGeom>
              <a:avLst/>
              <a:gdLst/>
              <a:ahLst/>
              <a:cxnLst/>
              <a:rect l="l" t="t" r="r" b="b"/>
              <a:pathLst>
                <a:path w="3817620" h="454660">
                  <a:moveTo>
                    <a:pt x="3730752" y="457200"/>
                  </a:moveTo>
                  <a:lnTo>
                    <a:pt x="109728" y="457200"/>
                  </a:lnTo>
                  <a:lnTo>
                    <a:pt x="67016" y="448577"/>
                  </a:lnTo>
                  <a:lnTo>
                    <a:pt x="32138" y="425061"/>
                  </a:lnTo>
                  <a:lnTo>
                    <a:pt x="8622" y="390183"/>
                  </a:lnTo>
                  <a:lnTo>
                    <a:pt x="0" y="347472"/>
                  </a:lnTo>
                  <a:lnTo>
                    <a:pt x="0" y="109728"/>
                  </a:lnTo>
                  <a:lnTo>
                    <a:pt x="8622" y="67016"/>
                  </a:lnTo>
                  <a:lnTo>
                    <a:pt x="32138" y="32138"/>
                  </a:lnTo>
                  <a:lnTo>
                    <a:pt x="67016" y="8622"/>
                  </a:lnTo>
                  <a:lnTo>
                    <a:pt x="109728" y="0"/>
                  </a:lnTo>
                  <a:lnTo>
                    <a:pt x="3730752" y="0"/>
                  </a:lnTo>
                  <a:lnTo>
                    <a:pt x="3773463" y="8622"/>
                  </a:lnTo>
                  <a:lnTo>
                    <a:pt x="3808341" y="32138"/>
                  </a:lnTo>
                  <a:lnTo>
                    <a:pt x="3831857" y="67016"/>
                  </a:lnTo>
                  <a:lnTo>
                    <a:pt x="3840480" y="109728"/>
                  </a:lnTo>
                  <a:lnTo>
                    <a:pt x="3840480" y="347472"/>
                  </a:lnTo>
                  <a:lnTo>
                    <a:pt x="3831857" y="390183"/>
                  </a:lnTo>
                  <a:lnTo>
                    <a:pt x="3808341" y="425061"/>
                  </a:lnTo>
                  <a:lnTo>
                    <a:pt x="3773463" y="448577"/>
                  </a:lnTo>
                  <a:lnTo>
                    <a:pt x="3730752" y="457200"/>
                  </a:lnTo>
                  <a:close/>
                </a:path>
              </a:pathLst>
            </a:custGeom>
            <a:solidFill>
              <a:srgbClr val="006A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289221" y="2269762"/>
            <a:ext cx="3364865" cy="19704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R="288290">
              <a:lnSpc>
                <a:spcPct val="100000"/>
              </a:lnSpc>
              <a:spcBef>
                <a:spcPts val="120"/>
              </a:spcBef>
            </a:pPr>
            <a:r>
              <a:rPr dirty="0" sz="1350" spc="-120">
                <a:solidFill>
                  <a:srgbClr val="FFFFFF"/>
                </a:solidFill>
                <a:latin typeface="Roboto"/>
                <a:cs typeface="Roboto"/>
              </a:rPr>
              <a:t>@SelectPlace</a:t>
            </a:r>
            <a:r>
              <a:rPr dirty="0" sz="1350" spc="-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10">
                <a:solidFill>
                  <a:srgbClr val="FFFFFF"/>
                </a:solidFill>
                <a:latin typeface="Roboto"/>
                <a:cs typeface="Roboto"/>
              </a:rPr>
              <a:t>·</a:t>
            </a:r>
            <a:r>
              <a:rPr dirty="0" sz="1350" spc="4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25">
                <a:solidFill>
                  <a:srgbClr val="FFFFFF"/>
                </a:solidFill>
                <a:latin typeface="Roboto"/>
                <a:cs typeface="Roboto"/>
              </a:rPr>
              <a:t>Feature</a:t>
            </a:r>
            <a:r>
              <a:rPr dirty="0" sz="1350" spc="-4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6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dirty="0" sz="1350" spc="-14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FFFFFF"/>
                </a:solidFill>
                <a:latin typeface="Roboto"/>
                <a:cs typeface="Roboto"/>
              </a:rPr>
              <a:t>—</a:t>
            </a:r>
            <a:r>
              <a:rPr dirty="0" sz="1050" spc="6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0">
                <a:solidFill>
                  <a:srgbClr val="FFFFFF"/>
                </a:solidFill>
                <a:latin typeface="Roboto"/>
                <a:cs typeface="Roboto"/>
              </a:rPr>
              <a:t>Select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14">
                <a:solidFill>
                  <a:srgbClr val="FFFFFF"/>
                </a:solidFill>
                <a:latin typeface="Roboto"/>
                <a:cs typeface="Roboto"/>
              </a:rPr>
              <a:t>Place</a:t>
            </a:r>
            <a:r>
              <a:rPr dirty="0" sz="1350" spc="-5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6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dirty="0" sz="1350" spc="-1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55">
                <a:solidFill>
                  <a:srgbClr val="FFFFFF"/>
                </a:solidFill>
                <a:latin typeface="Roboto"/>
                <a:cs typeface="Roboto"/>
              </a:rPr>
              <a:t>Date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100">
              <a:latin typeface="Roboto"/>
              <a:cs typeface="Roboto"/>
            </a:endParaRPr>
          </a:p>
          <a:p>
            <a:pPr algn="ctr" marR="252095">
              <a:lnSpc>
                <a:spcPct val="100000"/>
              </a:lnSpc>
            </a:pPr>
            <a:r>
              <a:rPr dirty="0" sz="1300" spc="-120">
                <a:solidFill>
                  <a:srgbClr val="1A2E34"/>
                </a:solidFill>
                <a:latin typeface="Roboto"/>
                <a:cs typeface="Roboto"/>
              </a:rPr>
              <a:t>User</a:t>
            </a:r>
            <a:r>
              <a:rPr dirty="0" sz="1300" spc="2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20">
                <a:solidFill>
                  <a:srgbClr val="1A2E34"/>
                </a:solidFill>
                <a:latin typeface="Roboto"/>
                <a:cs typeface="Roboto"/>
              </a:rPr>
              <a:t>navigates</a:t>
            </a:r>
            <a:r>
              <a:rPr dirty="0" sz="1300" spc="5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95">
                <a:solidFill>
                  <a:srgbClr val="1A2E34"/>
                </a:solidFill>
                <a:latin typeface="Roboto"/>
                <a:cs typeface="Roboto"/>
              </a:rPr>
              <a:t>to</a:t>
            </a:r>
            <a:r>
              <a:rPr dirty="0" sz="1300" spc="-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05">
                <a:solidFill>
                  <a:srgbClr val="1A2E34"/>
                </a:solidFill>
                <a:latin typeface="Roboto"/>
                <a:cs typeface="Roboto"/>
              </a:rPr>
              <a:t>the</a:t>
            </a:r>
            <a:r>
              <a:rPr dirty="0" sz="1300" spc="1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20">
                <a:solidFill>
                  <a:srgbClr val="1A2E34"/>
                </a:solidFill>
                <a:latin typeface="Roboto"/>
                <a:cs typeface="Roboto"/>
              </a:rPr>
              <a:t>GoStop</a:t>
            </a:r>
            <a:r>
              <a:rPr dirty="0" sz="1300" spc="-1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45">
                <a:solidFill>
                  <a:srgbClr val="1A2E34"/>
                </a:solidFill>
                <a:latin typeface="Roboto"/>
                <a:cs typeface="Roboto"/>
              </a:rPr>
              <a:t>home</a:t>
            </a:r>
            <a:r>
              <a:rPr dirty="0" sz="1300" spc="1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1A2E34"/>
                </a:solidFill>
                <a:latin typeface="Roboto"/>
                <a:cs typeface="Roboto"/>
              </a:rPr>
              <a:t>page</a:t>
            </a:r>
            <a:endParaRPr sz="1300">
              <a:latin typeface="Roboto"/>
              <a:cs typeface="Roboto"/>
            </a:endParaRPr>
          </a:p>
          <a:p>
            <a:pPr marL="266700">
              <a:lnSpc>
                <a:spcPct val="100000"/>
              </a:lnSpc>
              <a:spcBef>
                <a:spcPts val="1090"/>
              </a:spcBef>
            </a:pPr>
            <a:r>
              <a:rPr dirty="0" sz="1300" spc="-85">
                <a:solidFill>
                  <a:srgbClr val="1A2E34"/>
                </a:solidFill>
                <a:latin typeface="Roboto"/>
                <a:cs typeface="Roboto"/>
              </a:rPr>
              <a:t>Clicks</a:t>
            </a:r>
            <a:r>
              <a:rPr dirty="0" sz="1300" spc="6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'Destinations'</a:t>
            </a:r>
            <a:r>
              <a:rPr dirty="0" sz="1300" spc="8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50">
                <a:solidFill>
                  <a:srgbClr val="1A2E34"/>
                </a:solidFill>
                <a:latin typeface="Roboto"/>
                <a:cs typeface="Roboto"/>
              </a:rPr>
              <a:t>and</a:t>
            </a:r>
            <a:r>
              <a:rPr dirty="0" sz="1300" spc="2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85">
                <a:solidFill>
                  <a:srgbClr val="1A2E34"/>
                </a:solidFill>
                <a:latin typeface="Roboto"/>
                <a:cs typeface="Roboto"/>
              </a:rPr>
              <a:t>selects</a:t>
            </a:r>
            <a:r>
              <a:rPr dirty="0" sz="1300" spc="6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30">
                <a:solidFill>
                  <a:srgbClr val="1A2E34"/>
                </a:solidFill>
                <a:latin typeface="Roboto"/>
                <a:cs typeface="Roboto"/>
              </a:rPr>
              <a:t>McLeod</a:t>
            </a:r>
            <a:r>
              <a:rPr dirty="0" sz="1300" spc="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1A2E34"/>
                </a:solidFill>
                <a:latin typeface="Roboto"/>
                <a:cs typeface="Roboto"/>
              </a:rPr>
              <a:t>Ganj</a:t>
            </a:r>
            <a:endParaRPr sz="1300">
              <a:latin typeface="Roboto"/>
              <a:cs typeface="Roboto"/>
            </a:endParaRPr>
          </a:p>
          <a:p>
            <a:pPr marL="266700" marR="263525">
              <a:lnSpc>
                <a:spcPts val="1290"/>
              </a:lnSpc>
              <a:spcBef>
                <a:spcPts val="710"/>
              </a:spcBef>
            </a:pPr>
            <a:r>
              <a:rPr dirty="0" sz="1300" spc="-85">
                <a:solidFill>
                  <a:srgbClr val="1A2E34"/>
                </a:solidFill>
                <a:latin typeface="Roboto"/>
                <a:cs typeface="Roboto"/>
              </a:rPr>
              <a:t>Selects</a:t>
            </a:r>
            <a:r>
              <a:rPr dirty="0" sz="1300" spc="4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14">
                <a:solidFill>
                  <a:srgbClr val="1A2E34"/>
                </a:solidFill>
                <a:latin typeface="Roboto"/>
                <a:cs typeface="Roboto"/>
              </a:rPr>
              <a:t>'McLeodganj,</a:t>
            </a:r>
            <a:r>
              <a:rPr dirty="0" sz="1300" spc="1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40">
                <a:solidFill>
                  <a:srgbClr val="1A2E34"/>
                </a:solidFill>
                <a:latin typeface="Roboto"/>
                <a:cs typeface="Roboto"/>
              </a:rPr>
              <a:t>Bhagsu'</a:t>
            </a:r>
            <a:r>
              <a:rPr dirty="0" sz="1300" spc="5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30">
                <a:solidFill>
                  <a:srgbClr val="1A2E34"/>
                </a:solidFill>
                <a:latin typeface="Roboto"/>
                <a:cs typeface="Roboto"/>
              </a:rPr>
              <a:t>as</a:t>
            </a:r>
            <a:r>
              <a:rPr dirty="0" sz="1300" spc="4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05">
                <a:solidFill>
                  <a:srgbClr val="1A2E34"/>
                </a:solidFill>
                <a:latin typeface="Roboto"/>
                <a:cs typeface="Roboto"/>
              </a:rPr>
              <a:t>the</a:t>
            </a:r>
            <a:r>
              <a:rPr dirty="0" sz="1300" spc="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1A2E34"/>
                </a:solidFill>
                <a:latin typeface="Roboto"/>
                <a:cs typeface="Roboto"/>
              </a:rPr>
              <a:t>speci</a:t>
            </a:r>
            <a:r>
              <a:rPr dirty="0" sz="1100" spc="-60">
                <a:solidFill>
                  <a:srgbClr val="1A2E34"/>
                </a:solidFill>
                <a:latin typeface="Roboto"/>
                <a:cs typeface="Roboto"/>
              </a:rPr>
              <a:t>ﬁ</a:t>
            </a:r>
            <a:r>
              <a:rPr dirty="0" sz="1300" spc="-60">
                <a:solidFill>
                  <a:srgbClr val="1A2E34"/>
                </a:solidFill>
                <a:latin typeface="Roboto"/>
                <a:cs typeface="Roboto"/>
              </a:rPr>
              <a:t>c </a:t>
            </a:r>
            <a:r>
              <a:rPr dirty="0" sz="1300" spc="-10">
                <a:solidFill>
                  <a:srgbClr val="1A2E34"/>
                </a:solidFill>
                <a:latin typeface="Roboto"/>
                <a:cs typeface="Roboto"/>
              </a:rPr>
              <a:t>property</a:t>
            </a:r>
            <a:endParaRPr sz="1300">
              <a:latin typeface="Roboto"/>
              <a:cs typeface="Roboto"/>
            </a:endParaRPr>
          </a:p>
          <a:p>
            <a:pPr marL="266700" marR="68580">
              <a:lnSpc>
                <a:spcPts val="1290"/>
              </a:lnSpc>
              <a:spcBef>
                <a:spcPts val="65"/>
              </a:spcBef>
            </a:pP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Applies</a:t>
            </a:r>
            <a:r>
              <a:rPr dirty="0" sz="1300" spc="4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40">
                <a:solidFill>
                  <a:srgbClr val="1A2E34"/>
                </a:solidFill>
                <a:latin typeface="Roboto"/>
                <a:cs typeface="Roboto"/>
              </a:rPr>
              <a:t>check-</a:t>
            </a: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in</a:t>
            </a:r>
            <a:r>
              <a:rPr dirty="0" sz="1300" spc="2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25">
                <a:solidFill>
                  <a:srgbClr val="1A2E34"/>
                </a:solidFill>
                <a:latin typeface="Roboto"/>
                <a:cs typeface="Roboto"/>
              </a:rPr>
              <a:t>(Jun</a:t>
            </a:r>
            <a:r>
              <a:rPr dirty="0" sz="1300" spc="2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45">
                <a:solidFill>
                  <a:srgbClr val="1A2E34"/>
                </a:solidFill>
                <a:latin typeface="Roboto"/>
                <a:cs typeface="Roboto"/>
              </a:rPr>
              <a:t>30)</a:t>
            </a:r>
            <a:r>
              <a:rPr dirty="0" sz="1300" spc="7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50">
                <a:solidFill>
                  <a:srgbClr val="1A2E34"/>
                </a:solidFill>
                <a:latin typeface="Roboto"/>
                <a:cs typeface="Roboto"/>
              </a:rPr>
              <a:t>and</a:t>
            </a:r>
            <a:r>
              <a:rPr dirty="0" sz="1300" spc="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40">
                <a:solidFill>
                  <a:srgbClr val="1A2E34"/>
                </a:solidFill>
                <a:latin typeface="Roboto"/>
                <a:cs typeface="Roboto"/>
              </a:rPr>
              <a:t>check-</a:t>
            </a:r>
            <a:r>
              <a:rPr dirty="0" sz="1300" spc="-135">
                <a:solidFill>
                  <a:srgbClr val="1A2E34"/>
                </a:solidFill>
                <a:latin typeface="Roboto"/>
                <a:cs typeface="Roboto"/>
              </a:rPr>
              <a:t>out</a:t>
            </a:r>
            <a:r>
              <a:rPr dirty="0" sz="1300" spc="5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95">
                <a:solidFill>
                  <a:srgbClr val="1A2E34"/>
                </a:solidFill>
                <a:latin typeface="Roboto"/>
                <a:cs typeface="Roboto"/>
              </a:rPr>
              <a:t>(Jul</a:t>
            </a:r>
            <a:r>
              <a:rPr dirty="0" sz="1300" spc="114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1A2E34"/>
                </a:solidFill>
                <a:latin typeface="Roboto"/>
                <a:cs typeface="Roboto"/>
              </a:rPr>
              <a:t>25) </a:t>
            </a: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dates</a:t>
            </a:r>
            <a:r>
              <a:rPr dirty="0" sz="1300" spc="3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14">
                <a:solidFill>
                  <a:srgbClr val="1A2E34"/>
                </a:solidFill>
                <a:latin typeface="Roboto"/>
                <a:cs typeface="Roboto"/>
              </a:rPr>
              <a:t>via</a:t>
            </a:r>
            <a:r>
              <a:rPr dirty="0" sz="1300" spc="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1A2E34"/>
                </a:solidFill>
                <a:latin typeface="Roboto"/>
                <a:cs typeface="Roboto"/>
              </a:rPr>
              <a:t>URL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350" spc="-150">
                <a:solidFill>
                  <a:srgbClr val="FFFFFF"/>
                </a:solidFill>
                <a:latin typeface="Roboto"/>
                <a:cs typeface="Roboto"/>
              </a:rPr>
              <a:t>@ValidateRoomAndExperience</a:t>
            </a:r>
            <a:r>
              <a:rPr dirty="0" sz="135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10">
                <a:solidFill>
                  <a:srgbClr val="FFFFFF"/>
                </a:solidFill>
                <a:latin typeface="Roboto"/>
                <a:cs typeface="Roboto"/>
              </a:rPr>
              <a:t>·</a:t>
            </a:r>
            <a:r>
              <a:rPr dirty="0" sz="1350" spc="8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30">
                <a:solidFill>
                  <a:srgbClr val="FFFFFF"/>
                </a:solidFill>
                <a:latin typeface="Roboto"/>
                <a:cs typeface="Roboto"/>
              </a:rPr>
              <a:t>Feature</a:t>
            </a:r>
            <a:r>
              <a:rPr dirty="0" sz="135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65">
                <a:solidFill>
                  <a:srgbClr val="FFFFFF"/>
                </a:solidFill>
                <a:latin typeface="Roboto"/>
                <a:cs typeface="Roboto"/>
              </a:rPr>
              <a:t>B</a:t>
            </a:r>
            <a:r>
              <a:rPr dirty="0" sz="135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FFFFFF"/>
                </a:solidFill>
                <a:latin typeface="Roboto"/>
                <a:cs typeface="Roboto"/>
              </a:rPr>
              <a:t>—</a:t>
            </a:r>
            <a:r>
              <a:rPr dirty="0" sz="1050" spc="9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85">
                <a:solidFill>
                  <a:srgbClr val="FFFFFF"/>
                </a:solidFill>
                <a:latin typeface="Roboto"/>
                <a:cs typeface="Roboto"/>
              </a:rPr>
              <a:t>Room</a:t>
            </a:r>
            <a:r>
              <a:rPr dirty="0" sz="1350" spc="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65580" y="4221358"/>
            <a:ext cx="3817620" cy="227329"/>
          </a:xfrm>
          <a:prstGeom prst="rect">
            <a:avLst/>
          </a:prstGeom>
          <a:solidFill>
            <a:srgbClr val="006A79"/>
          </a:solidFill>
        </p:spPr>
        <p:txBody>
          <a:bodyPr wrap="square" lIns="0" tIns="0" rIns="0" bIns="0" rtlCol="0" vert="horz">
            <a:spAutoFit/>
          </a:bodyPr>
          <a:lstStyle/>
          <a:p>
            <a:pPr marL="135890">
              <a:lnSpc>
                <a:spcPts val="1335"/>
              </a:lnSpc>
            </a:pPr>
            <a:r>
              <a:rPr dirty="0" sz="1350" spc="-35">
                <a:solidFill>
                  <a:srgbClr val="FFFFFF"/>
                </a:solidFill>
                <a:latin typeface="Roboto"/>
                <a:cs typeface="Roboto"/>
              </a:rPr>
              <a:t>Experience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47368" y="1924838"/>
            <a:ext cx="8473440" cy="3778250"/>
            <a:chOff x="1347368" y="1924838"/>
            <a:chExt cx="8473440" cy="3778250"/>
          </a:xfrm>
        </p:grpSpPr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7368" y="4557665"/>
              <a:ext cx="136340" cy="13634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7368" y="4893973"/>
              <a:ext cx="136340" cy="1363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47368" y="5230279"/>
              <a:ext cx="136340" cy="13634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7368" y="5566588"/>
              <a:ext cx="136340" cy="1363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49762" y="1924838"/>
              <a:ext cx="4221516" cy="200370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99182" y="1974258"/>
              <a:ext cx="4221516" cy="200370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801156" y="2176246"/>
              <a:ext cx="3817620" cy="454659"/>
            </a:xfrm>
            <a:custGeom>
              <a:avLst/>
              <a:gdLst/>
              <a:ahLst/>
              <a:cxnLst/>
              <a:rect l="l" t="t" r="r" b="b"/>
              <a:pathLst>
                <a:path w="3817620" h="454660">
                  <a:moveTo>
                    <a:pt x="3817543" y="109080"/>
                  </a:moveTo>
                  <a:lnTo>
                    <a:pt x="3808984" y="66624"/>
                  </a:lnTo>
                  <a:lnTo>
                    <a:pt x="3785603" y="31953"/>
                  </a:lnTo>
                  <a:lnTo>
                    <a:pt x="3750932" y="8572"/>
                  </a:lnTo>
                  <a:lnTo>
                    <a:pt x="3708476" y="0"/>
                  </a:lnTo>
                  <a:lnTo>
                    <a:pt x="109080" y="0"/>
                  </a:lnTo>
                  <a:lnTo>
                    <a:pt x="66624" y="8572"/>
                  </a:lnTo>
                  <a:lnTo>
                    <a:pt x="31953" y="31953"/>
                  </a:lnTo>
                  <a:lnTo>
                    <a:pt x="8572" y="66624"/>
                  </a:lnTo>
                  <a:lnTo>
                    <a:pt x="0" y="109080"/>
                  </a:lnTo>
                  <a:lnTo>
                    <a:pt x="0" y="227241"/>
                  </a:lnTo>
                  <a:lnTo>
                    <a:pt x="0" y="345401"/>
                  </a:lnTo>
                  <a:lnTo>
                    <a:pt x="0" y="454469"/>
                  </a:lnTo>
                  <a:lnTo>
                    <a:pt x="109080" y="454469"/>
                  </a:lnTo>
                  <a:lnTo>
                    <a:pt x="3708476" y="454469"/>
                  </a:lnTo>
                  <a:lnTo>
                    <a:pt x="3817543" y="454469"/>
                  </a:lnTo>
                  <a:lnTo>
                    <a:pt x="3817543" y="345401"/>
                  </a:lnTo>
                  <a:lnTo>
                    <a:pt x="3817543" y="227241"/>
                  </a:lnTo>
                  <a:lnTo>
                    <a:pt x="3817543" y="109080"/>
                  </a:lnTo>
                  <a:close/>
                </a:path>
              </a:pathLst>
            </a:custGeom>
            <a:solidFill>
              <a:srgbClr val="01C2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82957" y="2739787"/>
              <a:ext cx="136341" cy="13634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82957" y="3076094"/>
              <a:ext cx="136341" cy="13634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82957" y="3412402"/>
              <a:ext cx="136341" cy="136340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543724" y="4529142"/>
            <a:ext cx="3170555" cy="1237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Builds</a:t>
            </a:r>
            <a:r>
              <a:rPr dirty="0" sz="1300" spc="4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70">
                <a:solidFill>
                  <a:srgbClr val="1A2E34"/>
                </a:solidFill>
                <a:latin typeface="Roboto"/>
                <a:cs typeface="Roboto"/>
              </a:rPr>
              <a:t>on</a:t>
            </a:r>
            <a:r>
              <a:rPr dirty="0" sz="1300" spc="2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Feature</a:t>
            </a:r>
            <a:r>
              <a:rPr dirty="0" sz="1300" spc="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75">
                <a:solidFill>
                  <a:srgbClr val="1A2E34"/>
                </a:solidFill>
                <a:latin typeface="Roboto"/>
                <a:cs typeface="Roboto"/>
              </a:rPr>
              <a:t>A</a:t>
            </a:r>
            <a:r>
              <a:rPr dirty="0" sz="1300" spc="-8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95">
                <a:solidFill>
                  <a:srgbClr val="1A2E34"/>
                </a:solidFill>
                <a:latin typeface="Roboto"/>
                <a:cs typeface="Roboto"/>
              </a:rPr>
              <a:t>(destination</a:t>
            </a:r>
            <a:r>
              <a:rPr dirty="0" sz="1300" spc="2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25">
                <a:solidFill>
                  <a:srgbClr val="1A2E34"/>
                </a:solidFill>
                <a:latin typeface="Roboto"/>
                <a:cs typeface="Roboto"/>
              </a:rPr>
              <a:t>+</a:t>
            </a:r>
            <a:r>
              <a:rPr dirty="0" sz="1300" spc="-4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dates</a:t>
            </a:r>
            <a:r>
              <a:rPr dirty="0" sz="1300" spc="4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1A2E34"/>
                </a:solidFill>
                <a:latin typeface="Roboto"/>
                <a:cs typeface="Roboto"/>
              </a:rPr>
              <a:t>selected)</a:t>
            </a:r>
            <a:endParaRPr sz="1300">
              <a:latin typeface="Roboto"/>
              <a:cs typeface="Roboto"/>
            </a:endParaRPr>
          </a:p>
          <a:p>
            <a:pPr marL="12700" marR="874394">
              <a:lnSpc>
                <a:spcPct val="169700"/>
              </a:lnSpc>
            </a:pPr>
            <a:r>
              <a:rPr dirty="0" sz="1300" spc="-85">
                <a:solidFill>
                  <a:srgbClr val="1A2E34"/>
                </a:solidFill>
                <a:latin typeface="Roboto"/>
                <a:cs typeface="Roboto"/>
              </a:rPr>
              <a:t>Selects</a:t>
            </a:r>
            <a:r>
              <a:rPr dirty="0" sz="1300" spc="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50">
                <a:solidFill>
                  <a:srgbClr val="1A2E34"/>
                </a:solidFill>
                <a:latin typeface="Roboto"/>
                <a:cs typeface="Roboto"/>
              </a:rPr>
              <a:t>room</a:t>
            </a:r>
            <a:r>
              <a:rPr dirty="0" sz="1300" spc="1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type:</a:t>
            </a:r>
            <a:r>
              <a:rPr dirty="0" sz="1300" spc="8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25">
                <a:solidFill>
                  <a:srgbClr val="1A2E34"/>
                </a:solidFill>
                <a:latin typeface="Roboto"/>
                <a:cs typeface="Roboto"/>
              </a:rPr>
              <a:t>'Bed</a:t>
            </a:r>
            <a:r>
              <a:rPr dirty="0" sz="1300" spc="-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25">
                <a:solidFill>
                  <a:srgbClr val="1A2E34"/>
                </a:solidFill>
                <a:latin typeface="Roboto"/>
                <a:cs typeface="Roboto"/>
              </a:rPr>
              <a:t>+</a:t>
            </a:r>
            <a:r>
              <a:rPr dirty="0" sz="1300" spc="-4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1A2E34"/>
                </a:solidFill>
                <a:latin typeface="Roboto"/>
                <a:cs typeface="Roboto"/>
              </a:rPr>
              <a:t>Breakfast' </a:t>
            </a:r>
            <a:r>
              <a:rPr dirty="0" sz="1300" spc="-150">
                <a:solidFill>
                  <a:srgbClr val="1A2E34"/>
                </a:solidFill>
                <a:latin typeface="Roboto"/>
                <a:cs typeface="Roboto"/>
              </a:rPr>
              <a:t>Adds</a:t>
            </a:r>
            <a:r>
              <a:rPr dirty="0" sz="1300" spc="4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50">
                <a:solidFill>
                  <a:srgbClr val="1A2E34"/>
                </a:solidFill>
                <a:latin typeface="Roboto"/>
                <a:cs typeface="Roboto"/>
              </a:rPr>
              <a:t>an</a:t>
            </a:r>
            <a:r>
              <a:rPr dirty="0" sz="1300" spc="1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05">
                <a:solidFill>
                  <a:srgbClr val="1A2E34"/>
                </a:solidFill>
                <a:latin typeface="Roboto"/>
                <a:cs typeface="Roboto"/>
              </a:rPr>
              <a:t>experience:</a:t>
            </a:r>
            <a:r>
              <a:rPr dirty="0" sz="1300" spc="9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1A2E34"/>
                </a:solidFill>
                <a:latin typeface="Roboto"/>
                <a:cs typeface="Roboto"/>
              </a:rPr>
              <a:t>'Paragliding' </a:t>
            </a:r>
            <a:r>
              <a:rPr dirty="0" sz="1300" spc="-85">
                <a:solidFill>
                  <a:srgbClr val="1A2E34"/>
                </a:solidFill>
                <a:latin typeface="Roboto"/>
                <a:cs typeface="Roboto"/>
              </a:rPr>
              <a:t>Clicks</a:t>
            </a:r>
            <a:r>
              <a:rPr dirty="0" sz="1300" spc="4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'Proceed</a:t>
            </a:r>
            <a:r>
              <a:rPr dirty="0" sz="1300" spc="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95">
                <a:solidFill>
                  <a:srgbClr val="1A2E34"/>
                </a:solidFill>
                <a:latin typeface="Roboto"/>
                <a:cs typeface="Roboto"/>
              </a:rPr>
              <a:t>to</a:t>
            </a:r>
            <a:r>
              <a:rPr dirty="0" sz="1300" spc="-3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14">
                <a:solidFill>
                  <a:srgbClr val="1A2E34"/>
                </a:solidFill>
                <a:latin typeface="Roboto"/>
                <a:cs typeface="Roboto"/>
              </a:rPr>
              <a:t>unlock</a:t>
            </a:r>
            <a:r>
              <a:rPr dirty="0" sz="1300" spc="-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1A2E34"/>
                </a:solidFill>
                <a:latin typeface="Roboto"/>
                <a:cs typeface="Roboto"/>
              </a:rPr>
              <a:t>offers'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924810" y="2269762"/>
            <a:ext cx="3526154" cy="13430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-130">
                <a:solidFill>
                  <a:srgbClr val="FFFFFF"/>
                </a:solidFill>
                <a:latin typeface="Roboto"/>
                <a:cs typeface="Roboto"/>
              </a:rPr>
              <a:t>@ValidateGuest</a:t>
            </a:r>
            <a:r>
              <a:rPr dirty="0" sz="135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10">
                <a:solidFill>
                  <a:srgbClr val="FFFFFF"/>
                </a:solidFill>
                <a:latin typeface="Roboto"/>
                <a:cs typeface="Roboto"/>
              </a:rPr>
              <a:t>·</a:t>
            </a:r>
            <a:r>
              <a:rPr dirty="0" sz="1350" spc="3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25">
                <a:solidFill>
                  <a:srgbClr val="FFFFFF"/>
                </a:solidFill>
                <a:latin typeface="Roboto"/>
                <a:cs typeface="Roboto"/>
              </a:rPr>
              <a:t>Feature</a:t>
            </a:r>
            <a:r>
              <a:rPr dirty="0" sz="1350" spc="-4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10">
                <a:solidFill>
                  <a:srgbClr val="FFFFFF"/>
                </a:solidFill>
                <a:latin typeface="Roboto"/>
                <a:cs typeface="Roboto"/>
              </a:rPr>
              <a:t>C</a:t>
            </a:r>
            <a:r>
              <a:rPr dirty="0" sz="1350" spc="-8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FFFFFF"/>
                </a:solidFill>
                <a:latin typeface="Roboto"/>
                <a:cs typeface="Roboto"/>
              </a:rPr>
              <a:t>—</a:t>
            </a:r>
            <a:r>
              <a:rPr dirty="0" sz="1050" spc="5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30">
                <a:solidFill>
                  <a:srgbClr val="FFFFFF"/>
                </a:solidFill>
                <a:latin typeface="Roboto"/>
                <a:cs typeface="Roboto"/>
              </a:rPr>
              <a:t>Guest</a:t>
            </a:r>
            <a:r>
              <a:rPr dirty="0" sz="135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10">
                <a:solidFill>
                  <a:srgbClr val="FFFFFF"/>
                </a:solidFill>
                <a:latin typeface="Roboto"/>
                <a:cs typeface="Roboto"/>
              </a:rPr>
              <a:t>Details</a:t>
            </a:r>
            <a:r>
              <a:rPr dirty="0" sz="135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6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dirty="0" sz="1350" spc="-1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50" spc="-105">
                <a:solidFill>
                  <a:srgbClr val="FFFFFF"/>
                </a:solidFill>
                <a:latin typeface="Roboto"/>
                <a:cs typeface="Roboto"/>
              </a:rPr>
              <a:t>Payment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100">
              <a:latin typeface="Roboto"/>
              <a:cs typeface="Roboto"/>
            </a:endParaRPr>
          </a:p>
          <a:p>
            <a:pPr marL="266700">
              <a:lnSpc>
                <a:spcPct val="100000"/>
              </a:lnSpc>
            </a:pP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Builds</a:t>
            </a:r>
            <a:r>
              <a:rPr dirty="0" sz="1300" spc="5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70">
                <a:solidFill>
                  <a:srgbClr val="1A2E34"/>
                </a:solidFill>
                <a:latin typeface="Roboto"/>
                <a:cs typeface="Roboto"/>
              </a:rPr>
              <a:t>on</a:t>
            </a:r>
            <a:r>
              <a:rPr dirty="0" sz="1300" spc="3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Feature</a:t>
            </a:r>
            <a:r>
              <a:rPr dirty="0" sz="1300" spc="1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65">
                <a:solidFill>
                  <a:srgbClr val="1A2E34"/>
                </a:solidFill>
                <a:latin typeface="Roboto"/>
                <a:cs typeface="Roboto"/>
              </a:rPr>
              <a:t>B</a:t>
            </a:r>
            <a:r>
              <a:rPr dirty="0" sz="1300" spc="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25">
                <a:solidFill>
                  <a:srgbClr val="1A2E34"/>
                </a:solidFill>
                <a:latin typeface="Roboto"/>
                <a:cs typeface="Roboto"/>
              </a:rPr>
              <a:t>(room</a:t>
            </a:r>
            <a:r>
              <a:rPr dirty="0" sz="1300" spc="3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25">
                <a:solidFill>
                  <a:srgbClr val="1A2E34"/>
                </a:solidFill>
                <a:latin typeface="Roboto"/>
                <a:cs typeface="Roboto"/>
              </a:rPr>
              <a:t>+</a:t>
            </a:r>
            <a:r>
              <a:rPr dirty="0" sz="1300" spc="-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experience</a:t>
            </a:r>
            <a:r>
              <a:rPr dirty="0" sz="1300" spc="1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1A2E34"/>
                </a:solidFill>
                <a:latin typeface="Roboto"/>
                <a:cs typeface="Roboto"/>
              </a:rPr>
              <a:t>selected)</a:t>
            </a:r>
            <a:endParaRPr sz="1300">
              <a:latin typeface="Roboto"/>
              <a:cs typeface="Roboto"/>
            </a:endParaRPr>
          </a:p>
          <a:p>
            <a:pPr marL="266700" marR="706120">
              <a:lnSpc>
                <a:spcPts val="1290"/>
              </a:lnSpc>
              <a:spcBef>
                <a:spcPts val="710"/>
              </a:spcBef>
            </a:pPr>
            <a:r>
              <a:rPr dirty="0" sz="1300" spc="-70">
                <a:solidFill>
                  <a:srgbClr val="1A2E34"/>
                </a:solidFill>
                <a:latin typeface="Roboto"/>
                <a:cs typeface="Roboto"/>
              </a:rPr>
              <a:t>Fills</a:t>
            </a:r>
            <a:r>
              <a:rPr dirty="0" sz="1300" spc="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05">
                <a:solidFill>
                  <a:srgbClr val="1A2E34"/>
                </a:solidFill>
                <a:latin typeface="Roboto"/>
                <a:cs typeface="Roboto"/>
              </a:rPr>
              <a:t>guest:</a:t>
            </a:r>
            <a:r>
              <a:rPr dirty="0" sz="1300" spc="8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20">
                <a:solidFill>
                  <a:srgbClr val="1A2E34"/>
                </a:solidFill>
                <a:latin typeface="Roboto"/>
                <a:cs typeface="Roboto"/>
              </a:rPr>
              <a:t>Jay</a:t>
            </a:r>
            <a:r>
              <a:rPr dirty="0" sz="1300" spc="-7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40">
                <a:solidFill>
                  <a:srgbClr val="1A2E34"/>
                </a:solidFill>
                <a:latin typeface="Roboto"/>
                <a:cs typeface="Roboto"/>
              </a:rPr>
              <a:t>Pandya,</a:t>
            </a:r>
            <a:r>
              <a:rPr dirty="0" sz="1300" spc="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95">
                <a:solidFill>
                  <a:srgbClr val="1A2E34"/>
                </a:solidFill>
                <a:latin typeface="Roboto"/>
                <a:cs typeface="Roboto"/>
              </a:rPr>
              <a:t>+91</a:t>
            </a:r>
            <a:r>
              <a:rPr dirty="0" sz="1300" spc="17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75">
                <a:solidFill>
                  <a:srgbClr val="1A2E34"/>
                </a:solidFill>
                <a:latin typeface="Roboto"/>
                <a:cs typeface="Roboto"/>
              </a:rPr>
              <a:t>987654321</a:t>
            </a:r>
            <a:r>
              <a:rPr dirty="0" sz="1300" spc="-14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1A2E34"/>
                </a:solidFill>
                <a:latin typeface="Roboto"/>
                <a:cs typeface="Roboto"/>
              </a:rPr>
              <a:t>0, </a:t>
            </a:r>
            <a:r>
              <a:rPr dirty="0" sz="1300" spc="-65">
                <a:solidFill>
                  <a:srgbClr val="1A2E34"/>
                </a:solidFill>
                <a:latin typeface="Roboto"/>
                <a:cs typeface="Roboto"/>
              </a:rPr>
              <a:t>jay098@gmail.com</a:t>
            </a:r>
            <a:endParaRPr sz="1300">
              <a:latin typeface="Roboto"/>
              <a:cs typeface="Roboto"/>
            </a:endParaRPr>
          </a:p>
          <a:p>
            <a:pPr marL="266700">
              <a:lnSpc>
                <a:spcPct val="100000"/>
              </a:lnSpc>
              <a:spcBef>
                <a:spcPts val="445"/>
              </a:spcBef>
            </a:pPr>
            <a:r>
              <a:rPr dirty="0" sz="1300" spc="-85">
                <a:solidFill>
                  <a:srgbClr val="1A2E34"/>
                </a:solidFill>
                <a:latin typeface="Roboto"/>
                <a:cs typeface="Roboto"/>
              </a:rPr>
              <a:t>Clicks</a:t>
            </a:r>
            <a:r>
              <a:rPr dirty="0" sz="1300" spc="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10">
                <a:solidFill>
                  <a:srgbClr val="1A2E34"/>
                </a:solidFill>
                <a:latin typeface="Roboto"/>
                <a:cs typeface="Roboto"/>
              </a:rPr>
              <a:t>'Proceed</a:t>
            </a:r>
            <a:r>
              <a:rPr dirty="0" sz="1300" spc="-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95">
                <a:solidFill>
                  <a:srgbClr val="1A2E34"/>
                </a:solidFill>
                <a:latin typeface="Roboto"/>
                <a:cs typeface="Roboto"/>
              </a:rPr>
              <a:t>to</a:t>
            </a:r>
            <a:r>
              <a:rPr dirty="0" sz="1300" spc="-4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45">
                <a:solidFill>
                  <a:srgbClr val="1A2E34"/>
                </a:solidFill>
                <a:latin typeface="Roboto"/>
                <a:cs typeface="Roboto"/>
              </a:rPr>
              <a:t>Pay'</a:t>
            </a:r>
            <a:r>
              <a:rPr dirty="0" sz="1300" spc="4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95">
                <a:solidFill>
                  <a:srgbClr val="1A2E34"/>
                </a:solidFill>
                <a:latin typeface="Roboto"/>
                <a:cs typeface="Roboto"/>
              </a:rPr>
              <a:t>to</a:t>
            </a:r>
            <a:r>
              <a:rPr dirty="0" sz="1300" spc="-4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1A2E34"/>
                </a:solidFill>
                <a:latin typeface="Roboto"/>
                <a:cs typeface="Roboto"/>
              </a:rPr>
              <a:t>initiate</a:t>
            </a:r>
            <a:r>
              <a:rPr dirty="0" sz="1300" spc="-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1A2E34"/>
                </a:solidFill>
                <a:latin typeface="Roboto"/>
                <a:cs typeface="Roboto"/>
              </a:rPr>
              <a:t>checkout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539120" y="3686627"/>
            <a:ext cx="4292600" cy="1020444"/>
            <a:chOff x="5539120" y="3686627"/>
            <a:chExt cx="4292600" cy="1020444"/>
          </a:xfrm>
        </p:grpSpPr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39120" y="3686627"/>
              <a:ext cx="4242800" cy="97062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88540" y="3736047"/>
              <a:ext cx="4242800" cy="97062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5924810" y="4033497"/>
            <a:ext cx="3252470" cy="34163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 marR="5080">
              <a:lnSpc>
                <a:spcPct val="85400"/>
              </a:lnSpc>
              <a:spcBef>
                <a:spcPts val="330"/>
              </a:spcBef>
            </a:pPr>
            <a:r>
              <a:rPr dirty="0" sz="1150" spc="135">
                <a:solidFill>
                  <a:srgbClr val="6A4E00"/>
                </a:solidFill>
                <a:latin typeface="MingLiU_HKSCS-ExtB"/>
                <a:cs typeface="MingLiU_HKSCS-ExtB"/>
              </a:rPr>
              <a:t>⚡</a:t>
            </a:r>
            <a:r>
              <a:rPr dirty="0" sz="1150" spc="-280">
                <a:solidFill>
                  <a:srgbClr val="6A4E00"/>
                </a:solidFill>
                <a:latin typeface="MingLiU_HKSCS-ExtB"/>
                <a:cs typeface="MingLiU_HKSCS-ExtB"/>
              </a:rPr>
              <a:t> </a:t>
            </a:r>
            <a:r>
              <a:rPr dirty="0" sz="1050" spc="-55">
                <a:solidFill>
                  <a:srgbClr val="6A4E00"/>
                </a:solidFill>
                <a:latin typeface="Roboto"/>
                <a:cs typeface="Roboto"/>
              </a:rPr>
              <a:t>All</a:t>
            </a:r>
            <a:r>
              <a:rPr dirty="0" sz="1050" spc="-5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>
                <a:solidFill>
                  <a:srgbClr val="6A4E00"/>
                </a:solidFill>
                <a:latin typeface="Roboto"/>
                <a:cs typeface="Roboto"/>
              </a:rPr>
              <a:t>3</a:t>
            </a:r>
            <a:r>
              <a:rPr dirty="0" sz="1050" spc="35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 spc="-65">
                <a:solidFill>
                  <a:srgbClr val="6A4E00"/>
                </a:solidFill>
                <a:latin typeface="Roboto"/>
                <a:cs typeface="Roboto"/>
              </a:rPr>
              <a:t>features</a:t>
            </a:r>
            <a:r>
              <a:rPr dirty="0" sz="1050" spc="-5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 spc="-55">
                <a:solidFill>
                  <a:srgbClr val="6A4E00"/>
                </a:solidFill>
                <a:latin typeface="Roboto"/>
                <a:cs typeface="Roboto"/>
              </a:rPr>
              <a:t>share</a:t>
            </a:r>
            <a:r>
              <a:rPr dirty="0" sz="1050" spc="-8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 spc="-60">
                <a:solidFill>
                  <a:srgbClr val="6A4E00"/>
                </a:solidFill>
                <a:latin typeface="Roboto"/>
                <a:cs typeface="Roboto"/>
              </a:rPr>
              <a:t>step</a:t>
            </a:r>
            <a:r>
              <a:rPr dirty="0" sz="1050" spc="1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 spc="-35">
                <a:solidFill>
                  <a:srgbClr val="6A4E00"/>
                </a:solidFill>
                <a:latin typeface="Roboto"/>
                <a:cs typeface="Roboto"/>
              </a:rPr>
              <a:t>de</a:t>
            </a:r>
            <a:r>
              <a:rPr dirty="0" sz="1000" spc="-35">
                <a:solidFill>
                  <a:srgbClr val="6A4E00"/>
                </a:solidFill>
                <a:latin typeface="Roboto"/>
                <a:cs typeface="Roboto"/>
              </a:rPr>
              <a:t>ﬁ</a:t>
            </a:r>
            <a:r>
              <a:rPr dirty="0" sz="1050" spc="-35">
                <a:solidFill>
                  <a:srgbClr val="6A4E00"/>
                </a:solidFill>
                <a:latin typeface="Roboto"/>
                <a:cs typeface="Roboto"/>
              </a:rPr>
              <a:t>nitions</a:t>
            </a:r>
            <a:r>
              <a:rPr dirty="0" sz="1050" spc="-45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 spc="-60">
                <a:solidFill>
                  <a:srgbClr val="6A4E00"/>
                </a:solidFill>
                <a:latin typeface="Roboto"/>
                <a:cs typeface="Roboto"/>
              </a:rPr>
              <a:t>via</a:t>
            </a:r>
            <a:r>
              <a:rPr dirty="0" sz="1050" spc="-7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 spc="-55">
                <a:solidFill>
                  <a:srgbClr val="6A4E00"/>
                </a:solidFill>
                <a:latin typeface="Roboto"/>
                <a:cs typeface="Roboto"/>
              </a:rPr>
              <a:t>reusable</a:t>
            </a:r>
            <a:r>
              <a:rPr dirty="0" sz="1050" spc="-8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 spc="-35">
                <a:solidFill>
                  <a:srgbClr val="6A4E00"/>
                </a:solidFill>
                <a:latin typeface="Roboto"/>
                <a:cs typeface="Roboto"/>
              </a:rPr>
              <a:t>Gherkin </a:t>
            </a:r>
            <a:r>
              <a:rPr dirty="0" sz="1050" spc="-45">
                <a:solidFill>
                  <a:srgbClr val="6A4E00"/>
                </a:solidFill>
                <a:latin typeface="Roboto"/>
                <a:cs typeface="Roboto"/>
              </a:rPr>
              <a:t>syntax.</a:t>
            </a:r>
            <a:r>
              <a:rPr dirty="0" sz="1050" spc="7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 spc="-65">
                <a:solidFill>
                  <a:srgbClr val="6A4E00"/>
                </a:solidFill>
                <a:latin typeface="Roboto"/>
                <a:cs typeface="Roboto"/>
              </a:rPr>
              <a:t>Tags</a:t>
            </a:r>
            <a:r>
              <a:rPr dirty="0" sz="1050" spc="-55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6A4E00"/>
                </a:solidFill>
                <a:latin typeface="Roboto"/>
                <a:cs typeface="Roboto"/>
              </a:rPr>
              <a:t>enable</a:t>
            </a:r>
            <a:r>
              <a:rPr dirty="0" sz="1050" spc="-85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 spc="-60">
                <a:solidFill>
                  <a:srgbClr val="6A4E00"/>
                </a:solidFill>
                <a:latin typeface="Roboto"/>
                <a:cs typeface="Roboto"/>
              </a:rPr>
              <a:t>selective</a:t>
            </a:r>
            <a:r>
              <a:rPr dirty="0" sz="1050" spc="-90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 spc="-60">
                <a:solidFill>
                  <a:srgbClr val="6A4E00"/>
                </a:solidFill>
                <a:latin typeface="Roboto"/>
                <a:cs typeface="Roboto"/>
              </a:rPr>
              <a:t>test</a:t>
            </a:r>
            <a:r>
              <a:rPr dirty="0" sz="1050" spc="-65">
                <a:solidFill>
                  <a:srgbClr val="6A4E0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6A4E00"/>
                </a:solidFill>
                <a:latin typeface="Roboto"/>
                <a:cs typeface="Roboto"/>
              </a:rPr>
              <a:t>execution.</a:t>
            </a:r>
            <a:endParaRPr sz="1050">
              <a:latin typeface="Roboto"/>
              <a:cs typeface="Roboto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90"/>
              </a:lnSpc>
            </a:pPr>
            <a:r>
              <a:rPr dirty="0" spc="-30"/>
              <a:t>GoStop </a:t>
            </a:r>
            <a:r>
              <a:rPr dirty="0" spc="-10"/>
              <a:t>Automation</a:t>
            </a:r>
            <a:r>
              <a:rPr dirty="0" spc="-20"/>
              <a:t> </a:t>
            </a:r>
            <a:r>
              <a:rPr dirty="0" spc="-10"/>
              <a:t>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2004" y="1221858"/>
            <a:ext cx="9089390" cy="772795"/>
          </a:xfrm>
          <a:custGeom>
            <a:avLst/>
            <a:gdLst/>
            <a:ahLst/>
            <a:cxnLst/>
            <a:rect l="l" t="t" r="r" b="b"/>
            <a:pathLst>
              <a:path w="9089390" h="772794">
                <a:moveTo>
                  <a:pt x="9144000" y="777240"/>
                </a:moveTo>
                <a:lnTo>
                  <a:pt x="0" y="777240"/>
                </a:lnTo>
                <a:lnTo>
                  <a:pt x="0" y="0"/>
                </a:lnTo>
                <a:lnTo>
                  <a:pt x="9144000" y="0"/>
                </a:lnTo>
                <a:lnTo>
                  <a:pt x="9144000" y="777240"/>
                </a:lnTo>
                <a:close/>
              </a:path>
            </a:pathLst>
          </a:custGeom>
          <a:solidFill>
            <a:srgbClr val="004E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383" rIns="0" bIns="0" rtlCol="0" vert="horz">
            <a:spAutoFit/>
          </a:bodyPr>
          <a:lstStyle/>
          <a:p>
            <a:pPr marL="363220">
              <a:lnSpc>
                <a:spcPct val="100000"/>
              </a:lnSpc>
              <a:spcBef>
                <a:spcPts val="95"/>
              </a:spcBef>
            </a:pPr>
            <a:r>
              <a:rPr dirty="0" sz="3000" spc="-340"/>
              <a:t>Test</a:t>
            </a:r>
            <a:r>
              <a:rPr dirty="0" sz="3000" spc="-180"/>
              <a:t> </a:t>
            </a:r>
            <a:r>
              <a:rPr dirty="0" sz="3000" spc="-305"/>
              <a:t>Execution</a:t>
            </a:r>
            <a:r>
              <a:rPr dirty="0" sz="3000" spc="-170"/>
              <a:t> </a:t>
            </a:r>
            <a:r>
              <a:rPr dirty="0" sz="3000" spc="-305"/>
              <a:t>Flow</a:t>
            </a:r>
            <a:endParaRPr sz="3000"/>
          </a:p>
        </p:txBody>
      </p:sp>
      <p:grpSp>
        <p:nvGrpSpPr>
          <p:cNvPr id="4" name="object 4"/>
          <p:cNvGrpSpPr/>
          <p:nvPr/>
        </p:nvGrpSpPr>
        <p:grpSpPr>
          <a:xfrm>
            <a:off x="914173" y="1924838"/>
            <a:ext cx="1680845" cy="1908175"/>
            <a:chOff x="914173" y="1924838"/>
            <a:chExt cx="1680845" cy="19081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173" y="1924838"/>
              <a:ext cx="1631040" cy="18582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3594" y="1974258"/>
              <a:ext cx="1631040" cy="18582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58115" y="2039690"/>
            <a:ext cx="461645" cy="91313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algn="ctr" marR="55880">
              <a:lnSpc>
                <a:spcPct val="100000"/>
              </a:lnSpc>
              <a:spcBef>
                <a:spcPts val="1190"/>
              </a:spcBef>
            </a:pPr>
            <a:r>
              <a:rPr dirty="0" sz="2250" spc="-585">
                <a:solidFill>
                  <a:srgbClr val="FFFFFF"/>
                </a:solidFill>
                <a:latin typeface="Roboto"/>
                <a:cs typeface="Roboto"/>
              </a:rPr>
              <a:t>1</a:t>
            </a:r>
            <a:endParaRPr sz="2250">
              <a:latin typeface="Roboto"/>
              <a:cs typeface="Roboto"/>
            </a:endParaRPr>
          </a:p>
          <a:p>
            <a:pPr algn="ctr" marR="5715">
              <a:lnSpc>
                <a:spcPts val="1295"/>
              </a:lnSpc>
              <a:spcBef>
                <a:spcPts val="600"/>
              </a:spcBef>
            </a:pPr>
            <a:r>
              <a:rPr dirty="0" sz="1250" spc="-60">
                <a:solidFill>
                  <a:srgbClr val="FFFFFF"/>
                </a:solidFill>
                <a:latin typeface="Roboto"/>
                <a:cs typeface="Roboto"/>
              </a:rPr>
              <a:t>Maven</a:t>
            </a:r>
            <a:endParaRPr sz="1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</a:pPr>
            <a:r>
              <a:rPr dirty="0" sz="1250" spc="-95">
                <a:solidFill>
                  <a:srgbClr val="FFFFFF"/>
                </a:solidFill>
                <a:latin typeface="Roboto"/>
                <a:cs typeface="Roboto"/>
              </a:rPr>
              <a:t>Sure</a:t>
            </a:r>
            <a:r>
              <a:rPr dirty="0" sz="1000" spc="-95">
                <a:solidFill>
                  <a:srgbClr val="FFFFFF"/>
                </a:solidFill>
                <a:latin typeface="Roboto"/>
                <a:cs typeface="Roboto"/>
              </a:rPr>
              <a:t>ﬁ</a:t>
            </a:r>
            <a:r>
              <a:rPr dirty="0" sz="1250" spc="-95">
                <a:solidFill>
                  <a:srgbClr val="FFFFFF"/>
                </a:solidFill>
                <a:latin typeface="Roboto"/>
                <a:cs typeface="Roboto"/>
              </a:rPr>
              <a:t>re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1022" y="3890552"/>
            <a:ext cx="2806065" cy="31813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580390" marR="5080" indent="-568325">
              <a:lnSpc>
                <a:spcPct val="78900"/>
              </a:lnSpc>
              <a:spcBef>
                <a:spcPts val="405"/>
              </a:spcBef>
              <a:tabLst>
                <a:tab pos="1395730" algn="l"/>
              </a:tabLst>
            </a:pPr>
            <a:r>
              <a:rPr dirty="0" sz="1050" spc="-95">
                <a:solidFill>
                  <a:srgbClr val="4A6F78"/>
                </a:solidFill>
                <a:latin typeface="Roboto"/>
                <a:cs typeface="Roboto"/>
              </a:rPr>
              <a:t>Triggers</a:t>
            </a:r>
            <a:r>
              <a:rPr dirty="0" sz="1050" spc="-1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90">
                <a:solidFill>
                  <a:srgbClr val="4A6F78"/>
                </a:solidFill>
                <a:latin typeface="Roboto"/>
                <a:cs typeface="Roboto"/>
              </a:rPr>
              <a:t>testng.xml</a:t>
            </a:r>
            <a:r>
              <a:rPr dirty="0" sz="1050" spc="-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130">
                <a:solidFill>
                  <a:srgbClr val="4A6F78"/>
                </a:solidFill>
                <a:latin typeface="Roboto"/>
                <a:cs typeface="Roboto"/>
              </a:rPr>
              <a:t>on</a:t>
            </a:r>
            <a:r>
              <a:rPr dirty="0" sz="1050" spc="-2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135">
                <a:solidFill>
                  <a:srgbClr val="4A6F78"/>
                </a:solidFill>
                <a:latin typeface="Roboto"/>
                <a:cs typeface="Roboto"/>
              </a:rPr>
              <a:t>mvn</a:t>
            </a:r>
            <a:r>
              <a:rPr dirty="0" sz="1050" spc="8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85">
                <a:solidFill>
                  <a:srgbClr val="4A6F78"/>
                </a:solidFill>
                <a:latin typeface="Roboto"/>
                <a:cs typeface="Roboto"/>
              </a:rPr>
              <a:t>cucumberOptions/TestRun</a:t>
            </a:r>
            <a:r>
              <a:rPr dirty="0" sz="1050" spc="-20">
                <a:solidFill>
                  <a:srgbClr val="4A6F78"/>
                </a:solidFill>
                <a:latin typeface="Roboto"/>
                <a:cs typeface="Roboto"/>
              </a:rPr>
              <a:t> test</a:t>
            </a:r>
            <a:r>
              <a:rPr dirty="0" sz="1050">
                <a:solidFill>
                  <a:srgbClr val="4A6F78"/>
                </a:solidFill>
                <a:latin typeface="Roboto"/>
                <a:cs typeface="Roboto"/>
              </a:rPr>
              <a:t>	</a:t>
            </a:r>
            <a:r>
              <a:rPr dirty="0" sz="1050" spc="-105">
                <a:solidFill>
                  <a:srgbClr val="4A6F78"/>
                </a:solidFill>
                <a:latin typeface="Roboto"/>
                <a:cs typeface="Roboto"/>
              </a:rPr>
              <a:t>ner.java</a:t>
            </a:r>
            <a:r>
              <a:rPr dirty="0" sz="1050" spc="-1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80">
                <a:solidFill>
                  <a:srgbClr val="4A6F78"/>
                </a:solidFill>
                <a:latin typeface="Roboto"/>
                <a:cs typeface="Roboto"/>
              </a:rPr>
              <a:t>orchestrates</a:t>
            </a:r>
            <a:r>
              <a:rPr dirty="0" sz="1050" spc="1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60">
                <a:solidFill>
                  <a:srgbClr val="4A6F78"/>
                </a:solidFill>
                <a:latin typeface="Roboto"/>
                <a:cs typeface="Roboto"/>
              </a:rPr>
              <a:t>suites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23029" y="1924838"/>
            <a:ext cx="1680845" cy="1908175"/>
            <a:chOff x="2323029" y="1924838"/>
            <a:chExt cx="1680845" cy="1908175"/>
          </a:xfrm>
        </p:grpSpPr>
        <p:sp>
          <p:nvSpPr>
            <p:cNvPr id="10" name="object 10"/>
            <p:cNvSpPr/>
            <p:nvPr/>
          </p:nvSpPr>
          <p:spPr>
            <a:xfrm>
              <a:off x="2392648" y="2903396"/>
              <a:ext cx="182245" cy="0"/>
            </a:xfrm>
            <a:custGeom>
              <a:avLst/>
              <a:gdLst/>
              <a:ahLst/>
              <a:cxnLst/>
              <a:rect l="l" t="t" r="r" b="b"/>
              <a:pathLst>
                <a:path w="182244" h="0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25248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3029" y="1924838"/>
              <a:ext cx="1631040" cy="18582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72449" y="1974258"/>
              <a:ext cx="1631040" cy="185827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966971" y="2039690"/>
            <a:ext cx="440055" cy="91313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190"/>
              </a:spcBef>
            </a:pPr>
            <a:r>
              <a:rPr dirty="0" sz="2250" spc="-50">
                <a:solidFill>
                  <a:srgbClr val="FFFFFF"/>
                </a:solidFill>
                <a:latin typeface="Roboto"/>
                <a:cs typeface="Roboto"/>
              </a:rPr>
              <a:t>2</a:t>
            </a:r>
            <a:endParaRPr sz="2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  <a:spcBef>
                <a:spcPts val="600"/>
              </a:spcBef>
            </a:pPr>
            <a:r>
              <a:rPr dirty="0" sz="1250" spc="-140">
                <a:solidFill>
                  <a:srgbClr val="FFFFFF"/>
                </a:solidFill>
                <a:latin typeface="Roboto"/>
                <a:cs typeface="Roboto"/>
              </a:rPr>
              <a:t>TestNG</a:t>
            </a:r>
            <a:endParaRPr sz="1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</a:pPr>
            <a:r>
              <a:rPr dirty="0" sz="1250" spc="-110">
                <a:solidFill>
                  <a:srgbClr val="FFFFFF"/>
                </a:solidFill>
                <a:latin typeface="Roboto"/>
                <a:cs typeface="Roboto"/>
              </a:rPr>
              <a:t>Runner</a:t>
            </a:r>
            <a:endParaRPr sz="12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731884" y="1924838"/>
            <a:ext cx="1680845" cy="1908175"/>
            <a:chOff x="3731884" y="1924838"/>
            <a:chExt cx="1680845" cy="1908175"/>
          </a:xfrm>
        </p:grpSpPr>
        <p:sp>
          <p:nvSpPr>
            <p:cNvPr id="15" name="object 15"/>
            <p:cNvSpPr/>
            <p:nvPr/>
          </p:nvSpPr>
          <p:spPr>
            <a:xfrm>
              <a:off x="3801503" y="2903396"/>
              <a:ext cx="182245" cy="0"/>
            </a:xfrm>
            <a:custGeom>
              <a:avLst/>
              <a:gdLst/>
              <a:ahLst/>
              <a:cxnLst/>
              <a:rect l="l" t="t" r="r" b="b"/>
              <a:pathLst>
                <a:path w="182245" h="0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25248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1884" y="1924838"/>
              <a:ext cx="1631040" cy="185827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1304" y="1974258"/>
              <a:ext cx="1631040" cy="185827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287457" y="2039690"/>
            <a:ext cx="629285" cy="91313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algn="ctr" marR="10795">
              <a:lnSpc>
                <a:spcPct val="100000"/>
              </a:lnSpc>
              <a:spcBef>
                <a:spcPts val="1190"/>
              </a:spcBef>
            </a:pPr>
            <a:r>
              <a:rPr dirty="0" sz="2250" spc="-305">
                <a:solidFill>
                  <a:srgbClr val="FFFFFF"/>
                </a:solidFill>
                <a:latin typeface="Roboto"/>
                <a:cs typeface="Roboto"/>
              </a:rPr>
              <a:t>3</a:t>
            </a:r>
            <a:endParaRPr sz="2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  <a:spcBef>
                <a:spcPts val="600"/>
              </a:spcBef>
            </a:pPr>
            <a:r>
              <a:rPr dirty="0" sz="1250" spc="-114">
                <a:solidFill>
                  <a:srgbClr val="FFFFFF"/>
                </a:solidFill>
                <a:latin typeface="Roboto"/>
                <a:cs typeface="Roboto"/>
              </a:rPr>
              <a:t>Cucumber</a:t>
            </a:r>
            <a:endParaRPr sz="1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</a:pPr>
            <a:r>
              <a:rPr dirty="0" sz="1250" spc="-10">
                <a:solidFill>
                  <a:srgbClr val="FFFFFF"/>
                </a:solidFill>
                <a:latin typeface="Roboto"/>
                <a:cs typeface="Roboto"/>
              </a:rPr>
              <a:t>Engine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060222" y="3890552"/>
            <a:ext cx="1064260" cy="31813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50165" marR="5080" indent="-38100">
              <a:lnSpc>
                <a:spcPct val="78900"/>
              </a:lnSpc>
              <a:spcBef>
                <a:spcPts val="405"/>
              </a:spcBef>
            </a:pPr>
            <a:r>
              <a:rPr dirty="0" sz="1050" spc="-80">
                <a:solidFill>
                  <a:srgbClr val="4A6F78"/>
                </a:solidFill>
                <a:latin typeface="Roboto"/>
                <a:cs typeface="Roboto"/>
              </a:rPr>
              <a:t>Parses</a:t>
            </a:r>
            <a:r>
              <a:rPr dirty="0" sz="1050" spc="-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80">
                <a:solidFill>
                  <a:srgbClr val="4A6F78"/>
                </a:solidFill>
                <a:latin typeface="Roboto"/>
                <a:cs typeface="Roboto"/>
              </a:rPr>
              <a:t>.feature</a:t>
            </a:r>
            <a:r>
              <a:rPr dirty="0" sz="1050" spc="-2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900" spc="-40">
                <a:solidFill>
                  <a:srgbClr val="4A6F78"/>
                </a:solidFill>
                <a:latin typeface="Roboto"/>
                <a:cs typeface="Roboto"/>
              </a:rPr>
              <a:t>ﬁ</a:t>
            </a:r>
            <a:r>
              <a:rPr dirty="0" sz="1050" spc="-40">
                <a:solidFill>
                  <a:srgbClr val="4A6F78"/>
                </a:solidFill>
                <a:latin typeface="Roboto"/>
                <a:cs typeface="Roboto"/>
              </a:rPr>
              <a:t>les, </a:t>
            </a:r>
            <a:r>
              <a:rPr dirty="0" sz="1050" spc="-85">
                <a:solidFill>
                  <a:srgbClr val="4A6F78"/>
                </a:solidFill>
                <a:latin typeface="Roboto"/>
                <a:cs typeface="Roboto"/>
              </a:rPr>
              <a:t>matches</a:t>
            </a:r>
            <a:r>
              <a:rPr dirty="0" sz="1050" spc="-1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75">
                <a:solidFill>
                  <a:srgbClr val="4A6F78"/>
                </a:solidFill>
                <a:latin typeface="Roboto"/>
                <a:cs typeface="Roboto"/>
              </a:rPr>
              <a:t>step</a:t>
            </a:r>
            <a:r>
              <a:rPr dirty="0" sz="1050" spc="-6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20">
                <a:solidFill>
                  <a:srgbClr val="4A6F78"/>
                </a:solidFill>
                <a:latin typeface="Roboto"/>
                <a:cs typeface="Roboto"/>
              </a:rPr>
              <a:t>defs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40740" y="1924838"/>
            <a:ext cx="1680845" cy="1908175"/>
            <a:chOff x="5140740" y="1924838"/>
            <a:chExt cx="1680845" cy="1908175"/>
          </a:xfrm>
        </p:grpSpPr>
        <p:sp>
          <p:nvSpPr>
            <p:cNvPr id="21" name="object 21"/>
            <p:cNvSpPr/>
            <p:nvPr/>
          </p:nvSpPr>
          <p:spPr>
            <a:xfrm>
              <a:off x="5210359" y="2903396"/>
              <a:ext cx="182245" cy="0"/>
            </a:xfrm>
            <a:custGeom>
              <a:avLst/>
              <a:gdLst/>
              <a:ahLst/>
              <a:cxnLst/>
              <a:rect l="l" t="t" r="r" b="b"/>
              <a:pathLst>
                <a:path w="182245" h="0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25248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0740" y="1924838"/>
              <a:ext cx="1631040" cy="185827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0160" y="1974258"/>
              <a:ext cx="1631040" cy="185827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595320" y="2039690"/>
            <a:ext cx="821055" cy="91313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190"/>
              </a:spcBef>
            </a:pPr>
            <a:r>
              <a:rPr dirty="0" sz="2250" spc="-50">
                <a:solidFill>
                  <a:srgbClr val="FFFFFF"/>
                </a:solidFill>
                <a:latin typeface="Roboto"/>
                <a:cs typeface="Roboto"/>
              </a:rPr>
              <a:t>4</a:t>
            </a:r>
            <a:endParaRPr sz="2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  <a:spcBef>
                <a:spcPts val="600"/>
              </a:spcBef>
            </a:pPr>
            <a:r>
              <a:rPr dirty="0" sz="1250" spc="-125">
                <a:solidFill>
                  <a:srgbClr val="FFFFFF"/>
                </a:solidFill>
                <a:latin typeface="Roboto"/>
                <a:cs typeface="Roboto"/>
              </a:rPr>
              <a:t>ScenerioHook</a:t>
            </a:r>
            <a:endParaRPr sz="1250">
              <a:latin typeface="Roboto"/>
              <a:cs typeface="Roboto"/>
            </a:endParaRPr>
          </a:p>
          <a:p>
            <a:pPr algn="ctr" marL="7620">
              <a:lnSpc>
                <a:spcPts val="1295"/>
              </a:lnSpc>
            </a:pPr>
            <a:r>
              <a:rPr dirty="0" sz="1250" spc="-25">
                <a:solidFill>
                  <a:srgbClr val="FFFFFF"/>
                </a:solidFill>
                <a:latin typeface="Roboto"/>
                <a:cs typeface="Roboto"/>
              </a:rPr>
              <a:t>@Before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368085" y="3890552"/>
            <a:ext cx="1260475" cy="31813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>
              <a:lnSpc>
                <a:spcPts val="1125"/>
              </a:lnSpc>
              <a:spcBef>
                <a:spcPts val="140"/>
              </a:spcBef>
            </a:pPr>
            <a:r>
              <a:rPr dirty="0" sz="1050" spc="-95">
                <a:solidFill>
                  <a:srgbClr val="4A6F78"/>
                </a:solidFill>
                <a:latin typeface="Roboto"/>
                <a:cs typeface="Roboto"/>
              </a:rPr>
              <a:t>Launches</a:t>
            </a:r>
            <a:r>
              <a:rPr dirty="0" sz="1050" spc="1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80">
                <a:solidFill>
                  <a:srgbClr val="4A6F78"/>
                </a:solidFill>
                <a:latin typeface="Roboto"/>
                <a:cs typeface="Roboto"/>
              </a:rPr>
              <a:t>ChromeDriver,</a:t>
            </a:r>
            <a:endParaRPr sz="1050">
              <a:latin typeface="Roboto"/>
              <a:cs typeface="Roboto"/>
            </a:endParaRPr>
          </a:p>
          <a:p>
            <a:pPr algn="ctr" marL="635">
              <a:lnSpc>
                <a:spcPts val="1125"/>
              </a:lnSpc>
            </a:pPr>
            <a:r>
              <a:rPr dirty="0" sz="1050" spc="-75">
                <a:solidFill>
                  <a:srgbClr val="4A6F78"/>
                </a:solidFill>
                <a:latin typeface="Roboto"/>
                <a:cs typeface="Roboto"/>
              </a:rPr>
              <a:t>sets</a:t>
            </a:r>
            <a:r>
              <a:rPr dirty="0" sz="1050" spc="2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85">
                <a:solidFill>
                  <a:srgbClr val="4A6F78"/>
                </a:solidFill>
                <a:latin typeface="Roboto"/>
                <a:cs typeface="Roboto"/>
              </a:rPr>
              <a:t>implicit</a:t>
            </a:r>
            <a:r>
              <a:rPr dirty="0" sz="1050" spc="-1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20">
                <a:solidFill>
                  <a:srgbClr val="4A6F78"/>
                </a:solidFill>
                <a:latin typeface="Roboto"/>
                <a:cs typeface="Roboto"/>
              </a:rPr>
              <a:t>wait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49595" y="1924838"/>
            <a:ext cx="1680845" cy="1908175"/>
            <a:chOff x="6549595" y="1924838"/>
            <a:chExt cx="1680845" cy="1908175"/>
          </a:xfrm>
        </p:grpSpPr>
        <p:sp>
          <p:nvSpPr>
            <p:cNvPr id="27" name="object 27"/>
            <p:cNvSpPr/>
            <p:nvPr/>
          </p:nvSpPr>
          <p:spPr>
            <a:xfrm>
              <a:off x="6619214" y="2903396"/>
              <a:ext cx="182245" cy="0"/>
            </a:xfrm>
            <a:custGeom>
              <a:avLst/>
              <a:gdLst/>
              <a:ahLst/>
              <a:cxnLst/>
              <a:rect l="l" t="t" r="r" b="b"/>
              <a:pathLst>
                <a:path w="182245" h="0">
                  <a:moveTo>
                    <a:pt x="0" y="0"/>
                  </a:moveTo>
                  <a:lnTo>
                    <a:pt x="182880" y="0"/>
                  </a:lnTo>
                </a:path>
              </a:pathLst>
            </a:custGeom>
            <a:ln w="25248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49595" y="1924838"/>
              <a:ext cx="1631040" cy="18582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9015" y="1974258"/>
              <a:ext cx="1631040" cy="1858275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155664" y="2039690"/>
            <a:ext cx="534670" cy="91313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algn="ctr" marR="11430">
              <a:lnSpc>
                <a:spcPct val="100000"/>
              </a:lnSpc>
              <a:spcBef>
                <a:spcPts val="1190"/>
              </a:spcBef>
            </a:pPr>
            <a:r>
              <a:rPr dirty="0" sz="2250" spc="-50">
                <a:solidFill>
                  <a:srgbClr val="FFFFFF"/>
                </a:solidFill>
                <a:latin typeface="Roboto"/>
                <a:cs typeface="Roboto"/>
              </a:rPr>
              <a:t>5</a:t>
            </a:r>
            <a:endParaRPr sz="2250">
              <a:latin typeface="Roboto"/>
              <a:cs typeface="Roboto"/>
            </a:endParaRPr>
          </a:p>
          <a:p>
            <a:pPr algn="ctr" marR="22225">
              <a:lnSpc>
                <a:spcPts val="1295"/>
              </a:lnSpc>
              <a:spcBef>
                <a:spcPts val="600"/>
              </a:spcBef>
            </a:pPr>
            <a:r>
              <a:rPr dirty="0" sz="1250" spc="-20">
                <a:solidFill>
                  <a:srgbClr val="FFFFFF"/>
                </a:solidFill>
                <a:latin typeface="Roboto"/>
                <a:cs typeface="Roboto"/>
              </a:rPr>
              <a:t>Step</a:t>
            </a:r>
            <a:endParaRPr sz="1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</a:pPr>
            <a:r>
              <a:rPr dirty="0" sz="1250" spc="-120">
                <a:solidFill>
                  <a:srgbClr val="FFFFFF"/>
                </a:solidFill>
                <a:latin typeface="Roboto"/>
                <a:cs typeface="Roboto"/>
              </a:rPr>
              <a:t>Executes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739068" y="3890552"/>
            <a:ext cx="1337945" cy="31813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416559" marR="5080" indent="-404495">
              <a:lnSpc>
                <a:spcPct val="78900"/>
              </a:lnSpc>
              <a:spcBef>
                <a:spcPts val="405"/>
              </a:spcBef>
            </a:pPr>
            <a:r>
              <a:rPr dirty="0" sz="1050" spc="-125">
                <a:solidFill>
                  <a:srgbClr val="4A6F78"/>
                </a:solidFill>
                <a:latin typeface="Roboto"/>
                <a:cs typeface="Roboto"/>
              </a:rPr>
              <a:t>POM</a:t>
            </a:r>
            <a:r>
              <a:rPr dirty="0" sz="1050" spc="-2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85">
                <a:solidFill>
                  <a:srgbClr val="4A6F78"/>
                </a:solidFill>
                <a:latin typeface="Roboto"/>
                <a:cs typeface="Roboto"/>
              </a:rPr>
              <a:t>actions</a:t>
            </a:r>
            <a:r>
              <a:rPr dirty="0" sz="1050" spc="-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110">
                <a:solidFill>
                  <a:srgbClr val="4A6F78"/>
                </a:solidFill>
                <a:latin typeface="Roboto"/>
                <a:cs typeface="Roboto"/>
              </a:rPr>
              <a:t>via</a:t>
            </a:r>
            <a:r>
              <a:rPr dirty="0" sz="1050" spc="-2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90">
                <a:solidFill>
                  <a:srgbClr val="4A6F78"/>
                </a:solidFill>
                <a:latin typeface="Roboto"/>
                <a:cs typeface="Roboto"/>
              </a:rPr>
              <a:t>Selenium</a:t>
            </a:r>
            <a:r>
              <a:rPr dirty="0" sz="1050" spc="-10">
                <a:solidFill>
                  <a:srgbClr val="4A6F78"/>
                </a:solidFill>
                <a:latin typeface="Roboto"/>
                <a:cs typeface="Roboto"/>
              </a:rPr>
              <a:t> WebDriver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958450" y="1924838"/>
            <a:ext cx="1680845" cy="1908175"/>
            <a:chOff x="7958450" y="1924838"/>
            <a:chExt cx="1680845" cy="1908175"/>
          </a:xfrm>
        </p:grpSpPr>
        <p:sp>
          <p:nvSpPr>
            <p:cNvPr id="33" name="object 33"/>
            <p:cNvSpPr/>
            <p:nvPr/>
          </p:nvSpPr>
          <p:spPr>
            <a:xfrm>
              <a:off x="8028069" y="2903396"/>
              <a:ext cx="182245" cy="0"/>
            </a:xfrm>
            <a:custGeom>
              <a:avLst/>
              <a:gdLst/>
              <a:ahLst/>
              <a:cxnLst/>
              <a:rect l="l" t="t" r="r" b="b"/>
              <a:pathLst>
                <a:path w="182245" h="0">
                  <a:moveTo>
                    <a:pt x="0" y="0"/>
                  </a:moveTo>
                  <a:lnTo>
                    <a:pt x="182879" y="0"/>
                  </a:lnTo>
                </a:path>
              </a:pathLst>
            </a:custGeom>
            <a:ln w="25248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8450" y="1924838"/>
              <a:ext cx="1631040" cy="18582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07870" y="1974258"/>
              <a:ext cx="1631040" cy="1858275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8526647" y="2039690"/>
            <a:ext cx="594995" cy="91313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90"/>
              </a:spcBef>
            </a:pPr>
            <a:r>
              <a:rPr dirty="0" sz="2250" spc="-50">
                <a:solidFill>
                  <a:srgbClr val="FFFFFF"/>
                </a:solidFill>
                <a:latin typeface="Roboto"/>
                <a:cs typeface="Roboto"/>
              </a:rPr>
              <a:t>6</a:t>
            </a:r>
            <a:endParaRPr sz="2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  <a:spcBef>
                <a:spcPts val="600"/>
              </a:spcBef>
            </a:pPr>
            <a:r>
              <a:rPr dirty="0" sz="1250" spc="-10">
                <a:solidFill>
                  <a:srgbClr val="FFFFFF"/>
                </a:solidFill>
                <a:latin typeface="Roboto"/>
                <a:cs typeface="Roboto"/>
              </a:rPr>
              <a:t>@After</a:t>
            </a:r>
            <a:endParaRPr sz="1250">
              <a:latin typeface="Roboto"/>
              <a:cs typeface="Roboto"/>
            </a:endParaRPr>
          </a:p>
          <a:p>
            <a:pPr algn="ctr">
              <a:lnSpc>
                <a:spcPts val="1295"/>
              </a:lnSpc>
            </a:pPr>
            <a:r>
              <a:rPr dirty="0" sz="1250" spc="-145">
                <a:solidFill>
                  <a:srgbClr val="FFFFFF"/>
                </a:solidFill>
                <a:latin typeface="Roboto"/>
                <a:cs typeface="Roboto"/>
              </a:rPr>
              <a:t>TearDown</a:t>
            </a:r>
            <a:endParaRPr sz="125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286788" y="3890552"/>
            <a:ext cx="1086485" cy="31813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252095" marR="5080" indent="-240029">
              <a:lnSpc>
                <a:spcPct val="78900"/>
              </a:lnSpc>
              <a:spcBef>
                <a:spcPts val="405"/>
              </a:spcBef>
            </a:pPr>
            <a:r>
              <a:rPr dirty="0" sz="1050" spc="-95">
                <a:solidFill>
                  <a:srgbClr val="4A6F78"/>
                </a:solidFill>
                <a:latin typeface="Roboto"/>
                <a:cs typeface="Roboto"/>
              </a:rPr>
              <a:t>Screenshot</a:t>
            </a:r>
            <a:r>
              <a:rPr dirty="0" sz="1050" spc="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80">
                <a:solidFill>
                  <a:srgbClr val="4A6F78"/>
                </a:solidFill>
                <a:latin typeface="Roboto"/>
                <a:cs typeface="Roboto"/>
              </a:rPr>
              <a:t>(Allure)</a:t>
            </a:r>
            <a:r>
              <a:rPr dirty="0" sz="1050" spc="3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4A6F78"/>
                </a:solidFill>
                <a:latin typeface="Roboto"/>
                <a:cs typeface="Roboto"/>
              </a:rPr>
              <a:t>+ </a:t>
            </a:r>
            <a:r>
              <a:rPr dirty="0" sz="1050" spc="-20">
                <a:solidFill>
                  <a:srgbClr val="4A6F78"/>
                </a:solidFill>
                <a:latin typeface="Roboto"/>
                <a:cs typeface="Roboto"/>
              </a:rPr>
              <a:t>driver.quit()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03531" y="4277437"/>
            <a:ext cx="3020060" cy="1838325"/>
            <a:chOff x="903531" y="4277437"/>
            <a:chExt cx="3020060" cy="1838325"/>
          </a:xfrm>
        </p:grpSpPr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3531" y="4277437"/>
              <a:ext cx="2970286" cy="178866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2951" y="4326857"/>
              <a:ext cx="2970286" cy="1788666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289221" y="4664035"/>
            <a:ext cx="1033144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solidFill>
                  <a:srgbClr val="01808F"/>
                </a:solidFill>
                <a:latin typeface="Roboto"/>
                <a:cs typeface="Roboto"/>
              </a:rPr>
              <a:t>WebDriverWait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89221" y="5184053"/>
            <a:ext cx="2150745" cy="34925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dirty="0" sz="1200" spc="-110">
                <a:solidFill>
                  <a:srgbClr val="1A2E34"/>
                </a:solidFill>
                <a:latin typeface="Roboto"/>
                <a:cs typeface="Roboto"/>
              </a:rPr>
              <a:t>ExpectedConditions</a:t>
            </a:r>
            <a:r>
              <a:rPr dirty="0" sz="1200" spc="-4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5">
                <a:solidFill>
                  <a:srgbClr val="1A2E34"/>
                </a:solidFill>
                <a:latin typeface="Roboto"/>
                <a:cs typeface="Roboto"/>
              </a:rPr>
              <a:t>used</a:t>
            </a:r>
            <a:r>
              <a:rPr dirty="0" sz="1200" spc="5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95">
                <a:solidFill>
                  <a:srgbClr val="1A2E34"/>
                </a:solidFill>
                <a:latin typeface="Roboto"/>
                <a:cs typeface="Roboto"/>
              </a:rPr>
              <a:t>for </a:t>
            </a:r>
            <a:r>
              <a:rPr dirty="0" sz="1200" spc="-120">
                <a:solidFill>
                  <a:srgbClr val="1A2E34"/>
                </a:solidFill>
                <a:latin typeface="Roboto"/>
                <a:cs typeface="Roboto"/>
              </a:rPr>
              <a:t>dynamic</a:t>
            </a:r>
            <a:r>
              <a:rPr dirty="0" sz="1200" spc="50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element</a:t>
            </a:r>
            <a:r>
              <a:rPr dirty="0" sz="1200" spc="-9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5">
                <a:solidFill>
                  <a:srgbClr val="1A2E34"/>
                </a:solidFill>
                <a:latin typeface="Roboto"/>
                <a:cs typeface="Roboto"/>
              </a:rPr>
              <a:t>waits</a:t>
            </a:r>
            <a:r>
              <a:rPr dirty="0" sz="1200" spc="-7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10">
                <a:solidFill>
                  <a:srgbClr val="1A2E34"/>
                </a:solidFill>
                <a:latin typeface="Roboto"/>
                <a:cs typeface="Roboto"/>
              </a:rPr>
              <a:t>(20s</a:t>
            </a:r>
            <a:r>
              <a:rPr dirty="0" sz="1200" spc="-7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1A2E34"/>
                </a:solidFill>
                <a:latin typeface="Roboto"/>
                <a:cs typeface="Roboto"/>
              </a:rPr>
              <a:t>timeout)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3675795" y="4277437"/>
            <a:ext cx="3020060" cy="1838325"/>
            <a:chOff x="3675795" y="4277437"/>
            <a:chExt cx="3020060" cy="1838325"/>
          </a:xfrm>
        </p:grpSpPr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75795" y="4277437"/>
              <a:ext cx="2970286" cy="178866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25215" y="4326857"/>
              <a:ext cx="2970286" cy="1788666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061485" y="4664035"/>
            <a:ext cx="134112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solidFill>
                  <a:srgbClr val="01808F"/>
                </a:solidFill>
                <a:latin typeface="Roboto"/>
                <a:cs typeface="Roboto"/>
              </a:rPr>
              <a:t>JavascriptExecutor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61485" y="5184053"/>
            <a:ext cx="1833245" cy="34925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Scroll</a:t>
            </a:r>
            <a:r>
              <a:rPr dirty="0" sz="1200" spc="-2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90">
                <a:solidFill>
                  <a:srgbClr val="1A2E34"/>
                </a:solidFill>
                <a:latin typeface="Roboto"/>
                <a:cs typeface="Roboto"/>
              </a:rPr>
              <a:t>&amp;</a:t>
            </a:r>
            <a:r>
              <a:rPr dirty="0" sz="1200" spc="-14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60">
                <a:solidFill>
                  <a:srgbClr val="1A2E34"/>
                </a:solidFill>
                <a:latin typeface="Roboto"/>
                <a:cs typeface="Roboto"/>
              </a:rPr>
              <a:t>JS-</a:t>
            </a:r>
            <a:r>
              <a:rPr dirty="0" sz="1200" spc="-145">
                <a:solidFill>
                  <a:srgbClr val="1A2E34"/>
                </a:solidFill>
                <a:latin typeface="Roboto"/>
                <a:cs typeface="Roboto"/>
              </a:rPr>
              <a:t>based</a:t>
            </a:r>
            <a:r>
              <a:rPr dirty="0" sz="1200" spc="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5">
                <a:solidFill>
                  <a:srgbClr val="1A2E34"/>
                </a:solidFill>
                <a:latin typeface="Roboto"/>
                <a:cs typeface="Roboto"/>
              </a:rPr>
              <a:t>interactions</a:t>
            </a:r>
            <a:r>
              <a:rPr dirty="0" sz="1200" spc="-6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85">
                <a:solidFill>
                  <a:srgbClr val="1A2E34"/>
                </a:solidFill>
                <a:latin typeface="Roboto"/>
                <a:cs typeface="Roboto"/>
              </a:rPr>
              <a:t>for </a:t>
            </a:r>
            <a:r>
              <a:rPr dirty="0" sz="1200" spc="-120">
                <a:solidFill>
                  <a:srgbClr val="1A2E34"/>
                </a:solidFill>
                <a:latin typeface="Roboto"/>
                <a:cs typeface="Roboto"/>
              </a:rPr>
              <a:t>complex</a:t>
            </a:r>
            <a:r>
              <a:rPr dirty="0" sz="1200" spc="-10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95">
                <a:solidFill>
                  <a:srgbClr val="1A2E34"/>
                </a:solidFill>
                <a:latin typeface="Roboto"/>
                <a:cs typeface="Roboto"/>
              </a:rPr>
              <a:t>UI</a:t>
            </a:r>
            <a:r>
              <a:rPr dirty="0" sz="1200" spc="3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1A2E34"/>
                </a:solidFill>
                <a:latin typeface="Roboto"/>
                <a:cs typeface="Roboto"/>
              </a:rPr>
              <a:t>elements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448059" y="4277437"/>
            <a:ext cx="3020060" cy="1838325"/>
            <a:chOff x="6448059" y="4277437"/>
            <a:chExt cx="3020060" cy="1838325"/>
          </a:xfrm>
        </p:grpSpPr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48059" y="4277437"/>
              <a:ext cx="2970285" cy="178866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97479" y="4326857"/>
              <a:ext cx="2970285" cy="1788666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6833748" y="4664035"/>
            <a:ext cx="172148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60">
                <a:solidFill>
                  <a:srgbClr val="01808F"/>
                </a:solidFill>
                <a:latin typeface="Roboto"/>
                <a:cs typeface="Roboto"/>
              </a:rPr>
              <a:t>ThreadLocal&lt;WebDriver&gt;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90"/>
              </a:lnSpc>
            </a:pPr>
            <a:r>
              <a:rPr dirty="0" spc="-30"/>
              <a:t>GoStop </a:t>
            </a:r>
            <a:r>
              <a:rPr dirty="0" spc="-10"/>
              <a:t>Automation</a:t>
            </a:r>
            <a:r>
              <a:rPr dirty="0" spc="-20"/>
              <a:t> </a:t>
            </a:r>
            <a:r>
              <a:rPr dirty="0" spc="-10"/>
              <a:t>Project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6833748" y="5184053"/>
            <a:ext cx="2198370" cy="34925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dirty="0" sz="1200" spc="-150">
                <a:solidFill>
                  <a:srgbClr val="1A2E34"/>
                </a:solidFill>
                <a:latin typeface="Roboto"/>
                <a:cs typeface="Roboto"/>
              </a:rPr>
              <a:t>Thread-</a:t>
            </a:r>
            <a:r>
              <a:rPr dirty="0" sz="1200" spc="-135">
                <a:solidFill>
                  <a:srgbClr val="1A2E34"/>
                </a:solidFill>
                <a:latin typeface="Roboto"/>
                <a:cs typeface="Roboto"/>
              </a:rPr>
              <a:t>safe</a:t>
            </a:r>
            <a:r>
              <a:rPr dirty="0" sz="1200" spc="-10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14">
                <a:solidFill>
                  <a:srgbClr val="1A2E34"/>
                </a:solidFill>
                <a:latin typeface="Roboto"/>
                <a:cs typeface="Roboto"/>
              </a:rPr>
              <a:t>driver</a:t>
            </a:r>
            <a:r>
              <a:rPr dirty="0" sz="1200" spc="-11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5">
                <a:solidFill>
                  <a:srgbClr val="1A2E34"/>
                </a:solidFill>
                <a:latin typeface="Roboto"/>
                <a:cs typeface="Roboto"/>
              </a:rPr>
              <a:t>management</a:t>
            </a:r>
            <a:r>
              <a:rPr dirty="0" sz="1200" spc="-8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40">
                <a:solidFill>
                  <a:srgbClr val="1A2E34"/>
                </a:solidFill>
                <a:latin typeface="Roboto"/>
                <a:cs typeface="Roboto"/>
              </a:rPr>
              <a:t>in</a:t>
            </a:r>
            <a:r>
              <a:rPr dirty="0" sz="1200" spc="4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Base</a:t>
            </a:r>
            <a:r>
              <a:rPr dirty="0" sz="1200" spc="50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40">
                <a:solidFill>
                  <a:srgbClr val="1A2E34"/>
                </a:solidFill>
                <a:latin typeface="Roboto"/>
                <a:cs typeface="Roboto"/>
              </a:rPr>
              <a:t>class</a:t>
            </a:r>
            <a:r>
              <a:rPr dirty="0" sz="1200" spc="-7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95">
                <a:solidFill>
                  <a:srgbClr val="1A2E34"/>
                </a:solidFill>
                <a:latin typeface="Roboto"/>
                <a:cs typeface="Roboto"/>
              </a:rPr>
              <a:t>for</a:t>
            </a:r>
            <a:r>
              <a:rPr dirty="0" sz="1200" spc="-114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40">
                <a:solidFill>
                  <a:srgbClr val="1A2E34"/>
                </a:solidFill>
                <a:latin typeface="Roboto"/>
                <a:cs typeface="Roboto"/>
              </a:rPr>
              <a:t>parallel</a:t>
            </a:r>
            <a:r>
              <a:rPr dirty="0" sz="1200" spc="-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1A2E34"/>
                </a:solidFill>
                <a:latin typeface="Roboto"/>
                <a:cs typeface="Roboto"/>
              </a:rPr>
              <a:t>execution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2004" y="1221858"/>
            <a:ext cx="9089390" cy="772795"/>
          </a:xfrm>
          <a:custGeom>
            <a:avLst/>
            <a:gdLst/>
            <a:ahLst/>
            <a:cxnLst/>
            <a:rect l="l" t="t" r="r" b="b"/>
            <a:pathLst>
              <a:path w="9089390" h="772794">
                <a:moveTo>
                  <a:pt x="9144000" y="777240"/>
                </a:moveTo>
                <a:lnTo>
                  <a:pt x="0" y="777240"/>
                </a:lnTo>
                <a:lnTo>
                  <a:pt x="0" y="0"/>
                </a:lnTo>
                <a:lnTo>
                  <a:pt x="9144000" y="0"/>
                </a:lnTo>
                <a:lnTo>
                  <a:pt x="9144000" y="777240"/>
                </a:lnTo>
                <a:close/>
              </a:path>
            </a:pathLst>
          </a:custGeom>
          <a:solidFill>
            <a:srgbClr val="0180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6383" rIns="0" bIns="0" rtlCol="0" vert="horz">
            <a:spAutoFit/>
          </a:bodyPr>
          <a:lstStyle/>
          <a:p>
            <a:pPr marL="363220">
              <a:lnSpc>
                <a:spcPct val="100000"/>
              </a:lnSpc>
              <a:spcBef>
                <a:spcPts val="95"/>
              </a:spcBef>
            </a:pPr>
            <a:r>
              <a:rPr dirty="0" sz="3000" spc="-325"/>
              <a:t>Key</a:t>
            </a:r>
            <a:r>
              <a:rPr dirty="0" sz="3000" spc="-355"/>
              <a:t> </a:t>
            </a:r>
            <a:r>
              <a:rPr dirty="0" sz="3000" spc="-320"/>
              <a:t>Features</a:t>
            </a:r>
            <a:r>
              <a:rPr dirty="0" sz="3000" spc="-235"/>
              <a:t> </a:t>
            </a:r>
            <a:r>
              <a:rPr dirty="0" sz="3000" spc="-150"/>
              <a:t>&amp;</a:t>
            </a:r>
            <a:r>
              <a:rPr dirty="0" sz="3000" spc="-390"/>
              <a:t> </a:t>
            </a:r>
            <a:r>
              <a:rPr dirty="0" sz="3000" spc="-345"/>
              <a:t>Design</a:t>
            </a:r>
            <a:r>
              <a:rPr dirty="0" sz="3000" spc="-175"/>
              <a:t> </a:t>
            </a:r>
            <a:r>
              <a:rPr dirty="0" sz="3000" spc="-315"/>
              <a:t>Decisions</a:t>
            </a:r>
            <a:endParaRPr sz="3000"/>
          </a:p>
        </p:txBody>
      </p:sp>
      <p:grpSp>
        <p:nvGrpSpPr>
          <p:cNvPr id="4" name="object 4"/>
          <p:cNvGrpSpPr/>
          <p:nvPr/>
        </p:nvGrpSpPr>
        <p:grpSpPr>
          <a:xfrm>
            <a:off x="914173" y="1924838"/>
            <a:ext cx="3089910" cy="2044064"/>
            <a:chOff x="914173" y="1924838"/>
            <a:chExt cx="3089910" cy="204406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173" y="1924838"/>
              <a:ext cx="3039896" cy="19946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3594" y="1974258"/>
              <a:ext cx="3039896" cy="19946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01921" y="233985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5740" y="411480"/>
                  </a:moveTo>
                  <a:lnTo>
                    <a:pt x="158565" y="406046"/>
                  </a:lnTo>
                  <a:lnTo>
                    <a:pt x="115260" y="390568"/>
                  </a:lnTo>
                  <a:lnTo>
                    <a:pt x="77060" y="366281"/>
                  </a:lnTo>
                  <a:lnTo>
                    <a:pt x="45198" y="334419"/>
                  </a:lnTo>
                  <a:lnTo>
                    <a:pt x="20911" y="296219"/>
                  </a:lnTo>
                  <a:lnTo>
                    <a:pt x="5433" y="252914"/>
                  </a:lnTo>
                  <a:lnTo>
                    <a:pt x="0" y="205740"/>
                  </a:ln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40" y="0"/>
                  </a:lnTo>
                  <a:lnTo>
                    <a:pt x="252914" y="5433"/>
                  </a:lnTo>
                  <a:lnTo>
                    <a:pt x="296219" y="20911"/>
                  </a:lnTo>
                  <a:lnTo>
                    <a:pt x="334419" y="45198"/>
                  </a:lnTo>
                  <a:lnTo>
                    <a:pt x="366281" y="77060"/>
                  </a:lnTo>
                  <a:lnTo>
                    <a:pt x="390568" y="115260"/>
                  </a:lnTo>
                  <a:lnTo>
                    <a:pt x="406046" y="158565"/>
                  </a:lnTo>
                  <a:lnTo>
                    <a:pt x="411480" y="205740"/>
                  </a:lnTo>
                  <a:lnTo>
                    <a:pt x="406046" y="252914"/>
                  </a:lnTo>
                  <a:lnTo>
                    <a:pt x="390568" y="296219"/>
                  </a:lnTo>
                  <a:lnTo>
                    <a:pt x="366281" y="334419"/>
                  </a:lnTo>
                  <a:lnTo>
                    <a:pt x="334419" y="366281"/>
                  </a:lnTo>
                  <a:lnTo>
                    <a:pt x="296219" y="390568"/>
                  </a:lnTo>
                  <a:lnTo>
                    <a:pt x="252914" y="406046"/>
                  </a:lnTo>
                  <a:lnTo>
                    <a:pt x="205740" y="411480"/>
                  </a:lnTo>
                  <a:close/>
                </a:path>
              </a:pathLst>
            </a:custGeom>
            <a:solidFill>
              <a:srgbClr val="0180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392739" y="2384909"/>
            <a:ext cx="25654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114">
                <a:latin typeface="MingLiU_HKSCS-ExtB"/>
                <a:cs typeface="MingLiU_HKSCS-ExtB"/>
              </a:rPr>
              <a:t>📄</a:t>
            </a:r>
            <a:endParaRPr sz="1650">
              <a:latin typeface="MingLiU_HKSCS-ExtB"/>
              <a:cs typeface="MingLiU_HKSCS-ExtB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9137" y="2393109"/>
            <a:ext cx="944244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75">
                <a:solidFill>
                  <a:srgbClr val="01808F"/>
                </a:solidFill>
                <a:latin typeface="Roboto"/>
                <a:cs typeface="Roboto"/>
              </a:rPr>
              <a:t>Feature</a:t>
            </a:r>
            <a:r>
              <a:rPr dirty="0" sz="1400" spc="-55">
                <a:solidFill>
                  <a:srgbClr val="01808F"/>
                </a:solidFill>
                <a:latin typeface="Roboto"/>
                <a:cs typeface="Roboto"/>
              </a:rPr>
              <a:t> </a:t>
            </a:r>
            <a:r>
              <a:rPr dirty="0" sz="1400" spc="-50">
                <a:solidFill>
                  <a:srgbClr val="01808F"/>
                </a:solidFill>
                <a:latin typeface="Roboto"/>
                <a:cs typeface="Roboto"/>
              </a:rPr>
              <a:t>Files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9221" y="2978613"/>
            <a:ext cx="2235835" cy="4876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dirty="0" sz="1200" spc="-150">
                <a:solidFill>
                  <a:srgbClr val="1A2E34"/>
                </a:solidFill>
                <a:latin typeface="Roboto"/>
                <a:cs typeface="Roboto"/>
              </a:rPr>
              <a:t>3</a:t>
            </a:r>
            <a:r>
              <a:rPr dirty="0" sz="120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10">
                <a:solidFill>
                  <a:srgbClr val="1A2E34"/>
                </a:solidFill>
                <a:latin typeface="Roboto"/>
                <a:cs typeface="Roboto"/>
              </a:rPr>
              <a:t>independent</a:t>
            </a:r>
            <a:r>
              <a:rPr dirty="0" sz="1200" spc="-9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5">
                <a:solidFill>
                  <a:srgbClr val="1A2E34"/>
                </a:solidFill>
                <a:latin typeface="Roboto"/>
                <a:cs typeface="Roboto"/>
              </a:rPr>
              <a:t>.</a:t>
            </a:r>
            <a:r>
              <a:rPr dirty="0" sz="1200" spc="-17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feature</a:t>
            </a:r>
            <a:r>
              <a:rPr dirty="0" sz="1200" spc="-10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000" spc="-95">
                <a:solidFill>
                  <a:srgbClr val="1A2E34"/>
                </a:solidFill>
                <a:latin typeface="Roboto"/>
                <a:cs typeface="Roboto"/>
              </a:rPr>
              <a:t>ﬁ</a:t>
            </a:r>
            <a:r>
              <a:rPr dirty="0" sz="1200" spc="-95">
                <a:solidFill>
                  <a:srgbClr val="1A2E34"/>
                </a:solidFill>
                <a:latin typeface="Roboto"/>
                <a:cs typeface="Roboto"/>
              </a:rPr>
              <a:t>les</a:t>
            </a:r>
            <a:r>
              <a:rPr dirty="0" sz="1200" spc="-7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5">
                <a:solidFill>
                  <a:srgbClr val="1A2E34"/>
                </a:solidFill>
                <a:latin typeface="Roboto"/>
                <a:cs typeface="Roboto"/>
              </a:rPr>
              <a:t>with</a:t>
            </a:r>
            <a:r>
              <a:rPr dirty="0" sz="1200" spc="2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0">
                <a:solidFill>
                  <a:srgbClr val="1A2E34"/>
                </a:solidFill>
                <a:latin typeface="Roboto"/>
                <a:cs typeface="Roboto"/>
              </a:rPr>
              <a:t>Gherkin</a:t>
            </a:r>
            <a:r>
              <a:rPr dirty="0" sz="1200" spc="50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5">
                <a:solidFill>
                  <a:srgbClr val="1A2E34"/>
                </a:solidFill>
                <a:latin typeface="Roboto"/>
                <a:cs typeface="Roboto"/>
              </a:rPr>
              <a:t>syntax</a:t>
            </a:r>
            <a:r>
              <a:rPr dirty="0" sz="1200" spc="-9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0">
                <a:solidFill>
                  <a:srgbClr val="1A2E34"/>
                </a:solidFill>
                <a:latin typeface="Roboto"/>
                <a:cs typeface="Roboto"/>
              </a:rPr>
              <a:t>covering</a:t>
            </a:r>
            <a:r>
              <a:rPr dirty="0" sz="1200" spc="-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40">
                <a:solidFill>
                  <a:srgbClr val="1A2E34"/>
                </a:solidFill>
                <a:latin typeface="Roboto"/>
                <a:cs typeface="Roboto"/>
              </a:rPr>
              <a:t>Place,</a:t>
            </a:r>
            <a:r>
              <a:rPr dirty="0" sz="1200" spc="-3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40">
                <a:solidFill>
                  <a:srgbClr val="1A2E34"/>
                </a:solidFill>
                <a:latin typeface="Roboto"/>
                <a:cs typeface="Roboto"/>
              </a:rPr>
              <a:t>Room</a:t>
            </a:r>
            <a:r>
              <a:rPr dirty="0" sz="1200" spc="-5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90">
                <a:solidFill>
                  <a:srgbClr val="1A2E34"/>
                </a:solidFill>
                <a:latin typeface="Roboto"/>
                <a:cs typeface="Roboto"/>
              </a:rPr>
              <a:t>&amp;</a:t>
            </a:r>
            <a:r>
              <a:rPr dirty="0" sz="1200" spc="-15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1A2E34"/>
                </a:solidFill>
                <a:latin typeface="Roboto"/>
                <a:cs typeface="Roboto"/>
              </a:rPr>
              <a:t>Guest </a:t>
            </a:r>
            <a:r>
              <a:rPr dirty="0" sz="1000" spc="-100">
                <a:solidFill>
                  <a:srgbClr val="1A2E34"/>
                </a:solidFill>
                <a:latin typeface="Roboto"/>
                <a:cs typeface="Roboto"/>
              </a:rPr>
              <a:t>ﬂ</a:t>
            </a:r>
            <a:r>
              <a:rPr dirty="0" sz="1200" spc="-100">
                <a:solidFill>
                  <a:srgbClr val="1A2E34"/>
                </a:solidFill>
                <a:latin typeface="Roboto"/>
                <a:cs typeface="Roboto"/>
              </a:rPr>
              <a:t>ows.</a:t>
            </a:r>
            <a:r>
              <a:rPr dirty="0" sz="1200" spc="6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50">
                <a:solidFill>
                  <a:srgbClr val="1A2E34"/>
                </a:solidFill>
                <a:latin typeface="Roboto"/>
                <a:cs typeface="Roboto"/>
              </a:rPr>
              <a:t>Tags</a:t>
            </a:r>
            <a:r>
              <a:rPr dirty="0" sz="1200" spc="-7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5">
                <a:solidFill>
                  <a:srgbClr val="1A2E34"/>
                </a:solidFill>
                <a:latin typeface="Roboto"/>
                <a:cs typeface="Roboto"/>
              </a:rPr>
              <a:t>enable</a:t>
            </a:r>
            <a:r>
              <a:rPr dirty="0" sz="1200" spc="-11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5">
                <a:solidFill>
                  <a:srgbClr val="1A2E34"/>
                </a:solidFill>
                <a:latin typeface="Roboto"/>
                <a:cs typeface="Roboto"/>
              </a:rPr>
              <a:t>targeted</a:t>
            </a:r>
            <a:r>
              <a:rPr dirty="0" sz="1200" spc="1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1A2E34"/>
                </a:solidFill>
                <a:latin typeface="Roboto"/>
                <a:cs typeface="Roboto"/>
              </a:rPr>
              <a:t>runs.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777331" y="1924838"/>
            <a:ext cx="3089910" cy="2044064"/>
            <a:chOff x="3777331" y="1924838"/>
            <a:chExt cx="3089910" cy="2044064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7331" y="1924838"/>
              <a:ext cx="3039895" cy="199461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6752" y="1974258"/>
              <a:ext cx="3039895" cy="199461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165079" y="233985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5739" y="411480"/>
                  </a:moveTo>
                  <a:lnTo>
                    <a:pt x="158565" y="406046"/>
                  </a:lnTo>
                  <a:lnTo>
                    <a:pt x="115260" y="390568"/>
                  </a:lnTo>
                  <a:lnTo>
                    <a:pt x="77060" y="366281"/>
                  </a:lnTo>
                  <a:lnTo>
                    <a:pt x="45198" y="334419"/>
                  </a:lnTo>
                  <a:lnTo>
                    <a:pt x="20911" y="296219"/>
                  </a:lnTo>
                  <a:lnTo>
                    <a:pt x="5433" y="252914"/>
                  </a:lnTo>
                  <a:lnTo>
                    <a:pt x="0" y="205740"/>
                  </a:ln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39" y="0"/>
                  </a:lnTo>
                  <a:lnTo>
                    <a:pt x="252914" y="5433"/>
                  </a:lnTo>
                  <a:lnTo>
                    <a:pt x="296219" y="20911"/>
                  </a:lnTo>
                  <a:lnTo>
                    <a:pt x="334419" y="45198"/>
                  </a:lnTo>
                  <a:lnTo>
                    <a:pt x="366281" y="77060"/>
                  </a:lnTo>
                  <a:lnTo>
                    <a:pt x="390568" y="115260"/>
                  </a:lnTo>
                  <a:lnTo>
                    <a:pt x="406046" y="158565"/>
                  </a:lnTo>
                  <a:lnTo>
                    <a:pt x="411479" y="205740"/>
                  </a:lnTo>
                  <a:lnTo>
                    <a:pt x="406046" y="252914"/>
                  </a:lnTo>
                  <a:lnTo>
                    <a:pt x="390568" y="296219"/>
                  </a:lnTo>
                  <a:lnTo>
                    <a:pt x="366281" y="334419"/>
                  </a:lnTo>
                  <a:lnTo>
                    <a:pt x="334419" y="366281"/>
                  </a:lnTo>
                  <a:lnTo>
                    <a:pt x="296219" y="390568"/>
                  </a:lnTo>
                  <a:lnTo>
                    <a:pt x="252914" y="406046"/>
                  </a:lnTo>
                  <a:lnTo>
                    <a:pt x="205739" y="411480"/>
                  </a:lnTo>
                  <a:close/>
                </a:path>
              </a:pathLst>
            </a:custGeom>
            <a:solidFill>
              <a:srgbClr val="006A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255897" y="2384909"/>
            <a:ext cx="25654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114">
                <a:latin typeface="MingLiU_HKSCS-ExtB"/>
                <a:cs typeface="MingLiU_HKSCS-ExtB"/>
              </a:rPr>
              <a:t>🔗</a:t>
            </a:r>
            <a:endParaRPr sz="1650">
              <a:latin typeface="MingLiU_HKSCS-ExtB"/>
              <a:cs typeface="MingLiU_HKSCS-ExtB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52295" y="2393109"/>
            <a:ext cx="128714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85">
                <a:solidFill>
                  <a:srgbClr val="006A79"/>
                </a:solidFill>
                <a:latin typeface="Roboto"/>
                <a:cs typeface="Roboto"/>
              </a:rPr>
              <a:t>Shared</a:t>
            </a:r>
            <a:r>
              <a:rPr dirty="0" sz="1400" spc="-50">
                <a:solidFill>
                  <a:srgbClr val="006A79"/>
                </a:solidFill>
                <a:latin typeface="Roboto"/>
                <a:cs typeface="Roboto"/>
              </a:rPr>
              <a:t> </a:t>
            </a:r>
            <a:r>
              <a:rPr dirty="0" sz="1400" spc="-60">
                <a:solidFill>
                  <a:srgbClr val="006A79"/>
                </a:solidFill>
                <a:latin typeface="Roboto"/>
                <a:cs typeface="Roboto"/>
              </a:rPr>
              <a:t>Step</a:t>
            </a:r>
            <a:r>
              <a:rPr dirty="0" sz="1400" spc="-85">
                <a:solidFill>
                  <a:srgbClr val="006A7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006A79"/>
                </a:solidFill>
                <a:latin typeface="Roboto"/>
                <a:cs typeface="Roboto"/>
              </a:rPr>
              <a:t>Defs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52378" y="2978613"/>
            <a:ext cx="2211070" cy="4876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dirty="0" sz="1200" spc="-120">
                <a:solidFill>
                  <a:srgbClr val="1A2E34"/>
                </a:solidFill>
                <a:latin typeface="Roboto"/>
                <a:cs typeface="Roboto"/>
              </a:rPr>
              <a:t>Given/When/Then</a:t>
            </a:r>
            <a:r>
              <a:rPr dirty="0" sz="1200" spc="2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steps</a:t>
            </a:r>
            <a:r>
              <a:rPr dirty="0" sz="1200" spc="-7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40">
                <a:solidFill>
                  <a:srgbClr val="1A2E34"/>
                </a:solidFill>
                <a:latin typeface="Roboto"/>
                <a:cs typeface="Roboto"/>
              </a:rPr>
              <a:t>are</a:t>
            </a:r>
            <a:r>
              <a:rPr dirty="0" sz="1200" spc="-11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45">
                <a:solidFill>
                  <a:srgbClr val="1A2E34"/>
                </a:solidFill>
                <a:latin typeface="Roboto"/>
                <a:cs typeface="Roboto"/>
              </a:rPr>
              <a:t>shared</a:t>
            </a:r>
            <a:r>
              <a:rPr dirty="0" sz="1200" spc="1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0">
                <a:solidFill>
                  <a:srgbClr val="1A2E34"/>
                </a:solidFill>
                <a:latin typeface="Roboto"/>
                <a:cs typeface="Roboto"/>
              </a:rPr>
              <a:t>and</a:t>
            </a:r>
            <a:r>
              <a:rPr dirty="0" sz="1200" spc="50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reused</a:t>
            </a:r>
            <a:r>
              <a:rPr dirty="0" sz="1200" spc="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40">
                <a:solidFill>
                  <a:srgbClr val="1A2E34"/>
                </a:solidFill>
                <a:latin typeface="Roboto"/>
                <a:cs typeface="Roboto"/>
              </a:rPr>
              <a:t>across</a:t>
            </a:r>
            <a:r>
              <a:rPr dirty="0" sz="1200" spc="-7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features,</a:t>
            </a:r>
            <a:r>
              <a:rPr dirty="0" sz="1200" spc="-2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1A2E34"/>
                </a:solidFill>
                <a:latin typeface="Roboto"/>
                <a:cs typeface="Roboto"/>
              </a:rPr>
              <a:t>avoiding </a:t>
            </a:r>
            <a:r>
              <a:rPr dirty="0" sz="1200" spc="-114">
                <a:solidFill>
                  <a:srgbClr val="1A2E34"/>
                </a:solidFill>
                <a:latin typeface="Roboto"/>
                <a:cs typeface="Roboto"/>
              </a:rPr>
              <a:t>duplication</a:t>
            </a:r>
            <a:r>
              <a:rPr dirty="0" sz="1200" spc="-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950">
                <a:solidFill>
                  <a:srgbClr val="1A2E34"/>
                </a:solidFill>
                <a:latin typeface="Roboto"/>
                <a:cs typeface="Roboto"/>
              </a:rPr>
              <a:t>—</a:t>
            </a:r>
            <a:r>
              <a:rPr dirty="0" sz="950" spc="-1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55">
                <a:solidFill>
                  <a:srgbClr val="1A2E34"/>
                </a:solidFill>
                <a:latin typeface="Roboto"/>
                <a:cs typeface="Roboto"/>
              </a:rPr>
              <a:t>DRY</a:t>
            </a:r>
            <a:r>
              <a:rPr dirty="0" sz="1200" spc="-13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1A2E34"/>
                </a:solidFill>
                <a:latin typeface="Roboto"/>
                <a:cs typeface="Roboto"/>
              </a:rPr>
              <a:t>principle.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640489" y="1924838"/>
            <a:ext cx="3089910" cy="2044064"/>
            <a:chOff x="6640489" y="1924838"/>
            <a:chExt cx="3089910" cy="2044064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0489" y="1924838"/>
              <a:ext cx="3039896" cy="199461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9909" y="1974258"/>
              <a:ext cx="3039896" cy="199461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028236" y="2339854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5739" y="411480"/>
                  </a:moveTo>
                  <a:lnTo>
                    <a:pt x="158565" y="406046"/>
                  </a:lnTo>
                  <a:lnTo>
                    <a:pt x="115260" y="390568"/>
                  </a:lnTo>
                  <a:lnTo>
                    <a:pt x="77060" y="366281"/>
                  </a:lnTo>
                  <a:lnTo>
                    <a:pt x="45198" y="334419"/>
                  </a:lnTo>
                  <a:lnTo>
                    <a:pt x="20911" y="296219"/>
                  </a:lnTo>
                  <a:lnTo>
                    <a:pt x="5433" y="252914"/>
                  </a:lnTo>
                  <a:lnTo>
                    <a:pt x="0" y="205740"/>
                  </a:ln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39" y="0"/>
                  </a:lnTo>
                  <a:lnTo>
                    <a:pt x="252914" y="5433"/>
                  </a:lnTo>
                  <a:lnTo>
                    <a:pt x="296218" y="20911"/>
                  </a:lnTo>
                  <a:lnTo>
                    <a:pt x="334419" y="45198"/>
                  </a:lnTo>
                  <a:lnTo>
                    <a:pt x="366280" y="77060"/>
                  </a:lnTo>
                  <a:lnTo>
                    <a:pt x="390567" y="115260"/>
                  </a:lnTo>
                  <a:lnTo>
                    <a:pt x="406045" y="158565"/>
                  </a:lnTo>
                  <a:lnTo>
                    <a:pt x="411479" y="205740"/>
                  </a:lnTo>
                  <a:lnTo>
                    <a:pt x="406045" y="252914"/>
                  </a:lnTo>
                  <a:lnTo>
                    <a:pt x="390567" y="296219"/>
                  </a:lnTo>
                  <a:lnTo>
                    <a:pt x="366280" y="334419"/>
                  </a:lnTo>
                  <a:lnTo>
                    <a:pt x="334419" y="366281"/>
                  </a:lnTo>
                  <a:lnTo>
                    <a:pt x="296218" y="390568"/>
                  </a:lnTo>
                  <a:lnTo>
                    <a:pt x="252914" y="406046"/>
                  </a:lnTo>
                  <a:lnTo>
                    <a:pt x="205739" y="411480"/>
                  </a:lnTo>
                  <a:close/>
                </a:path>
              </a:pathLst>
            </a:custGeom>
            <a:solidFill>
              <a:srgbClr val="01C2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119054" y="2384909"/>
            <a:ext cx="25654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114">
                <a:latin typeface="MingLiU_HKSCS-ExtB"/>
                <a:cs typeface="MingLiU_HKSCS-ExtB"/>
              </a:rPr>
              <a:t>🌐</a:t>
            </a:r>
            <a:endParaRPr sz="1650">
              <a:latin typeface="MingLiU_HKSCS-ExtB"/>
              <a:cs typeface="MingLiU_HKSCS-ExtB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15452" y="2393109"/>
            <a:ext cx="119253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150">
                <a:solidFill>
                  <a:srgbClr val="01C299"/>
                </a:solidFill>
                <a:latin typeface="Roboto"/>
                <a:cs typeface="Roboto"/>
              </a:rPr>
              <a:t>URL-</a:t>
            </a:r>
            <a:r>
              <a:rPr dirty="0" sz="1400" spc="-70">
                <a:solidFill>
                  <a:srgbClr val="01C299"/>
                </a:solidFill>
                <a:latin typeface="Roboto"/>
                <a:cs typeface="Roboto"/>
              </a:rPr>
              <a:t>based</a:t>
            </a:r>
            <a:r>
              <a:rPr dirty="0" sz="1400" spc="-35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dirty="0" sz="1400" spc="-45">
                <a:solidFill>
                  <a:srgbClr val="01C299"/>
                </a:solidFill>
                <a:latin typeface="Roboto"/>
                <a:cs typeface="Roboto"/>
              </a:rPr>
              <a:t>Date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15536" y="2978613"/>
            <a:ext cx="2374900" cy="4876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dirty="0" sz="1200" spc="-135">
                <a:solidFill>
                  <a:srgbClr val="1A2E34"/>
                </a:solidFill>
                <a:latin typeface="Roboto"/>
                <a:cs typeface="Roboto"/>
              </a:rPr>
              <a:t>Date</a:t>
            </a:r>
            <a:r>
              <a:rPr dirty="0" sz="1200" spc="-10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5">
                <a:solidFill>
                  <a:srgbClr val="1A2E34"/>
                </a:solidFill>
                <a:latin typeface="Roboto"/>
                <a:cs typeface="Roboto"/>
              </a:rPr>
              <a:t>selection</a:t>
            </a:r>
            <a:r>
              <a:rPr dirty="0" sz="1200" spc="4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bypasses</a:t>
            </a:r>
            <a:r>
              <a:rPr dirty="0" sz="1200" spc="-6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5">
                <a:solidFill>
                  <a:srgbClr val="1A2E34"/>
                </a:solidFill>
                <a:latin typeface="Roboto"/>
                <a:cs typeface="Roboto"/>
              </a:rPr>
              <a:t>fragile</a:t>
            </a:r>
            <a:r>
              <a:rPr dirty="0" sz="1200" spc="-10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calendar</a:t>
            </a:r>
            <a:r>
              <a:rPr dirty="0" sz="1200" spc="-114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25">
                <a:solidFill>
                  <a:srgbClr val="1A2E34"/>
                </a:solidFill>
                <a:latin typeface="Roboto"/>
                <a:cs typeface="Roboto"/>
              </a:rPr>
              <a:t>UI </a:t>
            </a:r>
            <a:r>
              <a:rPr dirty="0" sz="1200" spc="-105">
                <a:solidFill>
                  <a:srgbClr val="1A2E34"/>
                </a:solidFill>
                <a:latin typeface="Roboto"/>
                <a:cs typeface="Roboto"/>
              </a:rPr>
              <a:t>by</a:t>
            </a:r>
            <a:r>
              <a:rPr dirty="0" sz="1200" spc="-5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14">
                <a:solidFill>
                  <a:srgbClr val="1A2E34"/>
                </a:solidFill>
                <a:latin typeface="Roboto"/>
                <a:cs typeface="Roboto"/>
              </a:rPr>
              <a:t>appending</a:t>
            </a:r>
            <a:r>
              <a:rPr dirty="0" sz="1200" spc="5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?checkin=&amp;checkout=</a:t>
            </a:r>
            <a:r>
              <a:rPr dirty="0" sz="1200" spc="-6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05">
                <a:solidFill>
                  <a:srgbClr val="1A2E34"/>
                </a:solidFill>
                <a:latin typeface="Roboto"/>
                <a:cs typeface="Roboto"/>
              </a:rPr>
              <a:t>query</a:t>
            </a:r>
            <a:r>
              <a:rPr dirty="0" sz="1200" spc="50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50">
                <a:solidFill>
                  <a:srgbClr val="1A2E34"/>
                </a:solidFill>
                <a:latin typeface="Roboto"/>
                <a:cs typeface="Roboto"/>
              </a:rPr>
              <a:t>params</a:t>
            </a:r>
            <a:r>
              <a:rPr dirty="0" sz="1200" spc="-7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1A2E34"/>
                </a:solidFill>
                <a:latin typeface="Roboto"/>
                <a:cs typeface="Roboto"/>
              </a:rPr>
              <a:t>directly.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4173" y="3697269"/>
            <a:ext cx="3089910" cy="2044064"/>
            <a:chOff x="914173" y="3697269"/>
            <a:chExt cx="3089910" cy="2044064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173" y="3697269"/>
              <a:ext cx="3039896" cy="199461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3594" y="3746689"/>
              <a:ext cx="3039896" cy="199461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1301921" y="4112285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5740" y="411479"/>
                  </a:moveTo>
                  <a:lnTo>
                    <a:pt x="158565" y="406045"/>
                  </a:lnTo>
                  <a:lnTo>
                    <a:pt x="115260" y="390568"/>
                  </a:lnTo>
                  <a:lnTo>
                    <a:pt x="77060" y="366280"/>
                  </a:lnTo>
                  <a:lnTo>
                    <a:pt x="45198" y="334419"/>
                  </a:lnTo>
                  <a:lnTo>
                    <a:pt x="20911" y="296219"/>
                  </a:lnTo>
                  <a:lnTo>
                    <a:pt x="5433" y="252914"/>
                  </a:lnTo>
                  <a:lnTo>
                    <a:pt x="0" y="205739"/>
                  </a:ln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40" y="0"/>
                  </a:lnTo>
                  <a:lnTo>
                    <a:pt x="252914" y="5433"/>
                  </a:lnTo>
                  <a:lnTo>
                    <a:pt x="296219" y="20911"/>
                  </a:lnTo>
                  <a:lnTo>
                    <a:pt x="334419" y="45198"/>
                  </a:lnTo>
                  <a:lnTo>
                    <a:pt x="366281" y="77060"/>
                  </a:lnTo>
                  <a:lnTo>
                    <a:pt x="390568" y="115260"/>
                  </a:lnTo>
                  <a:lnTo>
                    <a:pt x="406046" y="158565"/>
                  </a:lnTo>
                  <a:lnTo>
                    <a:pt x="411480" y="205739"/>
                  </a:lnTo>
                  <a:lnTo>
                    <a:pt x="406046" y="252914"/>
                  </a:lnTo>
                  <a:lnTo>
                    <a:pt x="390568" y="296219"/>
                  </a:lnTo>
                  <a:lnTo>
                    <a:pt x="366281" y="334419"/>
                  </a:lnTo>
                  <a:lnTo>
                    <a:pt x="334419" y="366280"/>
                  </a:lnTo>
                  <a:lnTo>
                    <a:pt x="296219" y="390568"/>
                  </a:lnTo>
                  <a:lnTo>
                    <a:pt x="252914" y="406045"/>
                  </a:lnTo>
                  <a:lnTo>
                    <a:pt x="205740" y="411479"/>
                  </a:lnTo>
                  <a:close/>
                </a:path>
              </a:pathLst>
            </a:custGeom>
            <a:solidFill>
              <a:srgbClr val="018F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392739" y="4157340"/>
            <a:ext cx="25654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114">
                <a:latin typeface="MingLiU_HKSCS-ExtB"/>
                <a:cs typeface="MingLiU_HKSCS-ExtB"/>
              </a:rPr>
              <a:t>📸</a:t>
            </a:r>
            <a:endParaRPr sz="1650">
              <a:latin typeface="MingLiU_HKSCS-ExtB"/>
              <a:cs typeface="MingLiU_HKSCS-ExtB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89137" y="4165540"/>
            <a:ext cx="102616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80">
                <a:solidFill>
                  <a:srgbClr val="018F79"/>
                </a:solidFill>
                <a:latin typeface="Roboto"/>
                <a:cs typeface="Roboto"/>
              </a:rPr>
              <a:t>Allure</a:t>
            </a:r>
            <a:r>
              <a:rPr dirty="0" sz="1400" spc="-40">
                <a:solidFill>
                  <a:srgbClr val="018F79"/>
                </a:solidFill>
                <a:latin typeface="Roboto"/>
                <a:cs typeface="Roboto"/>
              </a:rPr>
              <a:t> </a:t>
            </a:r>
            <a:r>
              <a:rPr dirty="0" sz="1400" spc="-70">
                <a:solidFill>
                  <a:srgbClr val="018F79"/>
                </a:solidFill>
                <a:latin typeface="Roboto"/>
                <a:cs typeface="Roboto"/>
              </a:rPr>
              <a:t>Reports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89221" y="4751044"/>
            <a:ext cx="2328545" cy="4876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Screenshots</a:t>
            </a:r>
            <a:r>
              <a:rPr dirty="0" sz="1200" spc="-6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50">
                <a:solidFill>
                  <a:srgbClr val="1A2E34"/>
                </a:solidFill>
                <a:latin typeface="Roboto"/>
                <a:cs typeface="Roboto"/>
              </a:rPr>
              <a:t>auto-</a:t>
            </a:r>
            <a:r>
              <a:rPr dirty="0" sz="1200" spc="-135">
                <a:solidFill>
                  <a:srgbClr val="1A2E34"/>
                </a:solidFill>
                <a:latin typeface="Roboto"/>
                <a:cs typeface="Roboto"/>
              </a:rPr>
              <a:t>attached</a:t>
            </a:r>
            <a:r>
              <a:rPr dirty="0" sz="1200" spc="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5">
                <a:solidFill>
                  <a:srgbClr val="1A2E34"/>
                </a:solidFill>
                <a:latin typeface="Roboto"/>
                <a:cs typeface="Roboto"/>
              </a:rPr>
              <a:t>to</a:t>
            </a:r>
            <a:r>
              <a:rPr dirty="0" sz="1200" spc="-2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1A2E34"/>
                </a:solidFill>
                <a:latin typeface="Roboto"/>
                <a:cs typeface="Roboto"/>
              </a:rPr>
              <a:t>passing </a:t>
            </a: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scenarios</a:t>
            </a:r>
            <a:r>
              <a:rPr dirty="0" sz="1200" spc="-7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40">
                <a:solidFill>
                  <a:srgbClr val="1A2E34"/>
                </a:solidFill>
                <a:latin typeface="Roboto"/>
                <a:cs typeface="Roboto"/>
              </a:rPr>
              <a:t>in</a:t>
            </a:r>
            <a:r>
              <a:rPr dirty="0" sz="1200" spc="2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5">
                <a:solidFill>
                  <a:srgbClr val="1A2E34"/>
                </a:solidFill>
                <a:latin typeface="Roboto"/>
                <a:cs typeface="Roboto"/>
              </a:rPr>
              <a:t>@After </a:t>
            </a:r>
            <a:r>
              <a:rPr dirty="0" sz="1200" spc="-90">
                <a:solidFill>
                  <a:srgbClr val="1A2E34"/>
                </a:solidFill>
                <a:latin typeface="Roboto"/>
                <a:cs typeface="Roboto"/>
              </a:rPr>
              <a:t>hook</a:t>
            </a:r>
            <a:r>
              <a:rPr dirty="0" sz="1200" spc="-12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5">
                <a:solidFill>
                  <a:srgbClr val="1A2E34"/>
                </a:solidFill>
                <a:latin typeface="Roboto"/>
                <a:cs typeface="Roboto"/>
              </a:rPr>
              <a:t>via</a:t>
            </a:r>
            <a:r>
              <a:rPr dirty="0" sz="1200" spc="-10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10">
                <a:solidFill>
                  <a:srgbClr val="1A2E34"/>
                </a:solidFill>
                <a:latin typeface="Roboto"/>
                <a:cs typeface="Roboto"/>
              </a:rPr>
              <a:t>Allure </a:t>
            </a:r>
            <a:r>
              <a:rPr dirty="0" sz="1200" spc="-145">
                <a:solidFill>
                  <a:srgbClr val="1A2E34"/>
                </a:solidFill>
                <a:latin typeface="Roboto"/>
                <a:cs typeface="Roboto"/>
              </a:rPr>
              <a:t>API</a:t>
            </a:r>
            <a:r>
              <a:rPr dirty="0" sz="1200" spc="6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70">
                <a:solidFill>
                  <a:srgbClr val="1A2E34"/>
                </a:solidFill>
                <a:latin typeface="Roboto"/>
                <a:cs typeface="Roboto"/>
              </a:rPr>
              <a:t>for </a:t>
            </a:r>
            <a:r>
              <a:rPr dirty="0" sz="1200" spc="-130">
                <a:solidFill>
                  <a:srgbClr val="1A2E34"/>
                </a:solidFill>
                <a:latin typeface="Roboto"/>
                <a:cs typeface="Roboto"/>
              </a:rPr>
              <a:t>visual</a:t>
            </a:r>
            <a:r>
              <a:rPr dirty="0" sz="1200" spc="-4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5">
                <a:solidFill>
                  <a:srgbClr val="1A2E34"/>
                </a:solidFill>
                <a:latin typeface="Roboto"/>
                <a:cs typeface="Roboto"/>
              </a:rPr>
              <a:t>test</a:t>
            </a:r>
            <a:r>
              <a:rPr dirty="0" sz="1200" spc="-9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1A2E34"/>
                </a:solidFill>
                <a:latin typeface="Roboto"/>
                <a:cs typeface="Roboto"/>
              </a:rPr>
              <a:t>history.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777331" y="3697269"/>
            <a:ext cx="3089910" cy="2044064"/>
            <a:chOff x="3777331" y="3697269"/>
            <a:chExt cx="3089910" cy="2044064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7331" y="3697269"/>
              <a:ext cx="3039895" cy="199461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26752" y="3746689"/>
              <a:ext cx="3039895" cy="199461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165079" y="4112285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5739" y="411479"/>
                  </a:moveTo>
                  <a:lnTo>
                    <a:pt x="158565" y="406045"/>
                  </a:lnTo>
                  <a:lnTo>
                    <a:pt x="115260" y="390568"/>
                  </a:lnTo>
                  <a:lnTo>
                    <a:pt x="77060" y="366280"/>
                  </a:lnTo>
                  <a:lnTo>
                    <a:pt x="45198" y="334419"/>
                  </a:lnTo>
                  <a:lnTo>
                    <a:pt x="20911" y="296219"/>
                  </a:lnTo>
                  <a:lnTo>
                    <a:pt x="5433" y="252914"/>
                  </a:lnTo>
                  <a:lnTo>
                    <a:pt x="0" y="205739"/>
                  </a:ln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39" y="0"/>
                  </a:lnTo>
                  <a:lnTo>
                    <a:pt x="252914" y="5433"/>
                  </a:lnTo>
                  <a:lnTo>
                    <a:pt x="296219" y="20911"/>
                  </a:lnTo>
                  <a:lnTo>
                    <a:pt x="334419" y="45198"/>
                  </a:lnTo>
                  <a:lnTo>
                    <a:pt x="366281" y="77060"/>
                  </a:lnTo>
                  <a:lnTo>
                    <a:pt x="390568" y="115260"/>
                  </a:lnTo>
                  <a:lnTo>
                    <a:pt x="406046" y="158565"/>
                  </a:lnTo>
                  <a:lnTo>
                    <a:pt x="411479" y="205739"/>
                  </a:lnTo>
                  <a:lnTo>
                    <a:pt x="406046" y="252914"/>
                  </a:lnTo>
                  <a:lnTo>
                    <a:pt x="390568" y="296219"/>
                  </a:lnTo>
                  <a:lnTo>
                    <a:pt x="366281" y="334419"/>
                  </a:lnTo>
                  <a:lnTo>
                    <a:pt x="334419" y="366280"/>
                  </a:lnTo>
                  <a:lnTo>
                    <a:pt x="296219" y="390568"/>
                  </a:lnTo>
                  <a:lnTo>
                    <a:pt x="252914" y="406045"/>
                  </a:lnTo>
                  <a:lnTo>
                    <a:pt x="205739" y="411479"/>
                  </a:lnTo>
                  <a:close/>
                </a:path>
              </a:pathLst>
            </a:custGeom>
            <a:solidFill>
              <a:srgbClr val="004E5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4255897" y="4157340"/>
            <a:ext cx="25654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114">
                <a:latin typeface="MingLiU_HKSCS-ExtB"/>
                <a:cs typeface="MingLiU_HKSCS-ExtB"/>
              </a:rPr>
              <a:t>🔒</a:t>
            </a:r>
            <a:endParaRPr sz="1650">
              <a:latin typeface="MingLiU_HKSCS-ExtB"/>
              <a:cs typeface="MingLiU_HKSCS-ExtB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52295" y="4165540"/>
            <a:ext cx="138430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110">
                <a:solidFill>
                  <a:srgbClr val="004E59"/>
                </a:solidFill>
                <a:latin typeface="Roboto"/>
                <a:cs typeface="Roboto"/>
              </a:rPr>
              <a:t>Thread-</a:t>
            </a:r>
            <a:r>
              <a:rPr dirty="0" sz="1400" spc="-35">
                <a:solidFill>
                  <a:srgbClr val="004E59"/>
                </a:solidFill>
                <a:latin typeface="Roboto"/>
                <a:cs typeface="Roboto"/>
              </a:rPr>
              <a:t>Safe</a:t>
            </a:r>
            <a:r>
              <a:rPr dirty="0" sz="1400" spc="-25">
                <a:solidFill>
                  <a:srgbClr val="004E59"/>
                </a:solidFill>
                <a:latin typeface="Roboto"/>
                <a:cs typeface="Roboto"/>
              </a:rPr>
              <a:t> </a:t>
            </a:r>
            <a:r>
              <a:rPr dirty="0" sz="1400" spc="-50">
                <a:solidFill>
                  <a:srgbClr val="004E59"/>
                </a:solidFill>
                <a:latin typeface="Roboto"/>
                <a:cs typeface="Roboto"/>
              </a:rPr>
              <a:t>Driver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52378" y="4751044"/>
            <a:ext cx="2118360" cy="48768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just" marL="12700" marR="5080">
              <a:lnSpc>
                <a:spcPct val="75900"/>
              </a:lnSpc>
              <a:spcBef>
                <a:spcPts val="455"/>
              </a:spcBef>
            </a:pPr>
            <a:r>
              <a:rPr dirty="0" sz="1200" spc="-135">
                <a:solidFill>
                  <a:srgbClr val="1A2E34"/>
                </a:solidFill>
                <a:latin typeface="Roboto"/>
                <a:cs typeface="Roboto"/>
              </a:rPr>
              <a:t>ThreadLocal&lt;WebDriver&gt;</a:t>
            </a:r>
            <a:r>
              <a:rPr dirty="0" sz="1200" spc="6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225">
                <a:solidFill>
                  <a:srgbClr val="1A2E34"/>
                </a:solidFill>
                <a:latin typeface="Roboto"/>
                <a:cs typeface="Roboto"/>
              </a:rPr>
              <a:t>in</a:t>
            </a:r>
            <a:r>
              <a:rPr dirty="0" sz="1200" spc="18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220">
                <a:solidFill>
                  <a:srgbClr val="1A2E34"/>
                </a:solidFill>
                <a:latin typeface="Roboto"/>
                <a:cs typeface="Roboto"/>
              </a:rPr>
              <a:t>Base</a:t>
            </a:r>
            <a:r>
              <a:rPr dirty="0" sz="1200" spc="14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0">
                <a:solidFill>
                  <a:srgbClr val="1A2E34"/>
                </a:solidFill>
                <a:latin typeface="Roboto"/>
                <a:cs typeface="Roboto"/>
              </a:rPr>
              <a:t>class</a:t>
            </a:r>
            <a:r>
              <a:rPr dirty="0" sz="1200" spc="50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55">
                <a:solidFill>
                  <a:srgbClr val="1A2E34"/>
                </a:solidFill>
                <a:latin typeface="Roboto"/>
                <a:cs typeface="Roboto"/>
              </a:rPr>
              <a:t>enables</a:t>
            </a:r>
            <a:r>
              <a:rPr dirty="0" sz="1200" spc="8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55">
                <a:solidFill>
                  <a:srgbClr val="1A2E34"/>
                </a:solidFill>
                <a:latin typeface="Roboto"/>
                <a:cs typeface="Roboto"/>
              </a:rPr>
              <a:t>parallel</a:t>
            </a:r>
            <a:r>
              <a:rPr dirty="0" sz="1200" spc="8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80">
                <a:solidFill>
                  <a:srgbClr val="1A2E34"/>
                </a:solidFill>
                <a:latin typeface="Roboto"/>
                <a:cs typeface="Roboto"/>
              </a:rPr>
              <a:t>test</a:t>
            </a:r>
            <a:r>
              <a:rPr dirty="0" sz="1200" spc="10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35">
                <a:solidFill>
                  <a:srgbClr val="1A2E34"/>
                </a:solidFill>
                <a:latin typeface="Roboto"/>
                <a:cs typeface="Roboto"/>
              </a:rPr>
              <a:t>execution</a:t>
            </a:r>
            <a:r>
              <a:rPr dirty="0" sz="1200" spc="19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80">
                <a:solidFill>
                  <a:srgbClr val="1A2E34"/>
                </a:solidFill>
                <a:latin typeface="Roboto"/>
                <a:cs typeface="Roboto"/>
              </a:rPr>
              <a:t>without </a:t>
            </a:r>
            <a:r>
              <a:rPr dirty="0" sz="1200" spc="-114">
                <a:solidFill>
                  <a:srgbClr val="1A2E34"/>
                </a:solidFill>
                <a:latin typeface="Roboto"/>
                <a:cs typeface="Roboto"/>
              </a:rPr>
              <a:t>driver </a:t>
            </a:r>
            <a:r>
              <a:rPr dirty="0" sz="1200" spc="-30">
                <a:solidFill>
                  <a:srgbClr val="1A2E34"/>
                </a:solidFill>
                <a:latin typeface="Roboto"/>
                <a:cs typeface="Roboto"/>
              </a:rPr>
              <a:t>collisions.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640489" y="3697269"/>
            <a:ext cx="3089910" cy="2044064"/>
            <a:chOff x="6640489" y="3697269"/>
            <a:chExt cx="3089910" cy="2044064"/>
          </a:xfrm>
        </p:grpSpPr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40489" y="3697269"/>
              <a:ext cx="3039896" cy="199461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9909" y="3746689"/>
              <a:ext cx="3039896" cy="199461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028236" y="4112285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205739" y="411479"/>
                  </a:moveTo>
                  <a:lnTo>
                    <a:pt x="158565" y="406045"/>
                  </a:lnTo>
                  <a:lnTo>
                    <a:pt x="115260" y="390568"/>
                  </a:lnTo>
                  <a:lnTo>
                    <a:pt x="77060" y="366280"/>
                  </a:lnTo>
                  <a:lnTo>
                    <a:pt x="45198" y="334419"/>
                  </a:lnTo>
                  <a:lnTo>
                    <a:pt x="20911" y="296219"/>
                  </a:lnTo>
                  <a:lnTo>
                    <a:pt x="5433" y="252914"/>
                  </a:lnTo>
                  <a:lnTo>
                    <a:pt x="0" y="205739"/>
                  </a:lnTo>
                  <a:lnTo>
                    <a:pt x="5433" y="158565"/>
                  </a:lnTo>
                  <a:lnTo>
                    <a:pt x="20911" y="115260"/>
                  </a:lnTo>
                  <a:lnTo>
                    <a:pt x="45198" y="77060"/>
                  </a:lnTo>
                  <a:lnTo>
                    <a:pt x="77060" y="45198"/>
                  </a:lnTo>
                  <a:lnTo>
                    <a:pt x="115260" y="20911"/>
                  </a:lnTo>
                  <a:lnTo>
                    <a:pt x="158565" y="5433"/>
                  </a:lnTo>
                  <a:lnTo>
                    <a:pt x="205739" y="0"/>
                  </a:lnTo>
                  <a:lnTo>
                    <a:pt x="252914" y="5433"/>
                  </a:lnTo>
                  <a:lnTo>
                    <a:pt x="296218" y="20911"/>
                  </a:lnTo>
                  <a:lnTo>
                    <a:pt x="334419" y="45198"/>
                  </a:lnTo>
                  <a:lnTo>
                    <a:pt x="366280" y="77060"/>
                  </a:lnTo>
                  <a:lnTo>
                    <a:pt x="390567" y="115260"/>
                  </a:lnTo>
                  <a:lnTo>
                    <a:pt x="406045" y="158565"/>
                  </a:lnTo>
                  <a:lnTo>
                    <a:pt x="411479" y="205739"/>
                  </a:lnTo>
                  <a:lnTo>
                    <a:pt x="406045" y="252914"/>
                  </a:lnTo>
                  <a:lnTo>
                    <a:pt x="390567" y="296219"/>
                  </a:lnTo>
                  <a:lnTo>
                    <a:pt x="366280" y="334419"/>
                  </a:lnTo>
                  <a:lnTo>
                    <a:pt x="334419" y="366280"/>
                  </a:lnTo>
                  <a:lnTo>
                    <a:pt x="296218" y="390568"/>
                  </a:lnTo>
                  <a:lnTo>
                    <a:pt x="252914" y="406045"/>
                  </a:lnTo>
                  <a:lnTo>
                    <a:pt x="205739" y="411479"/>
                  </a:lnTo>
                  <a:close/>
                </a:path>
              </a:pathLst>
            </a:custGeom>
            <a:solidFill>
              <a:srgbClr val="00606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7119054" y="4157340"/>
            <a:ext cx="25654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114">
                <a:latin typeface="MingLiU_HKSCS-ExtB"/>
                <a:cs typeface="MingLiU_HKSCS-ExtB"/>
              </a:rPr>
              <a:t>📋</a:t>
            </a:r>
            <a:endParaRPr sz="1650">
              <a:latin typeface="MingLiU_HKSCS-ExtB"/>
              <a:cs typeface="MingLiU_HKSCS-ExtB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90"/>
              </a:lnSpc>
            </a:pPr>
            <a:r>
              <a:rPr dirty="0" spc="-30"/>
              <a:t>GoStop </a:t>
            </a:r>
            <a:r>
              <a:rPr dirty="0" spc="-10"/>
              <a:t>Automation</a:t>
            </a:r>
            <a:r>
              <a:rPr dirty="0" spc="-20"/>
              <a:t> </a:t>
            </a:r>
            <a:r>
              <a:rPr dirty="0" spc="-10"/>
              <a:t>Project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7515452" y="4165540"/>
            <a:ext cx="139446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75">
                <a:solidFill>
                  <a:srgbClr val="00606D"/>
                </a:solidFill>
                <a:latin typeface="Roboto"/>
                <a:cs typeface="Roboto"/>
              </a:rPr>
              <a:t>Externalised</a:t>
            </a:r>
            <a:r>
              <a:rPr dirty="0" sz="1400" spc="-20">
                <a:solidFill>
                  <a:srgbClr val="00606D"/>
                </a:solidFill>
                <a:latin typeface="Roboto"/>
                <a:cs typeface="Roboto"/>
              </a:rPr>
              <a:t> </a:t>
            </a:r>
            <a:r>
              <a:rPr dirty="0" sz="1400" spc="-80">
                <a:solidFill>
                  <a:srgbClr val="00606D"/>
                </a:solidFill>
                <a:latin typeface="Roboto"/>
                <a:cs typeface="Roboto"/>
              </a:rPr>
              <a:t>Con</a:t>
            </a:r>
            <a:r>
              <a:rPr dirty="0" sz="1350" spc="-80">
                <a:solidFill>
                  <a:srgbClr val="00606D"/>
                </a:solidFill>
                <a:latin typeface="Roboto"/>
                <a:cs typeface="Roboto"/>
              </a:rPr>
              <a:t>ﬁ</a:t>
            </a:r>
            <a:r>
              <a:rPr dirty="0" sz="1400" spc="-80">
                <a:solidFill>
                  <a:srgbClr val="00606D"/>
                </a:solidFill>
                <a:latin typeface="Roboto"/>
                <a:cs typeface="Roboto"/>
              </a:rPr>
              <a:t>g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015536" y="4681611"/>
            <a:ext cx="2061845" cy="62674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 marR="5080">
              <a:lnSpc>
                <a:spcPct val="75900"/>
              </a:lnSpc>
              <a:spcBef>
                <a:spcPts val="455"/>
              </a:spcBef>
            </a:pPr>
            <a:r>
              <a:rPr dirty="0" sz="1200" spc="-140">
                <a:solidFill>
                  <a:srgbClr val="1A2E34"/>
                </a:solidFill>
                <a:latin typeface="Roboto"/>
                <a:cs typeface="Roboto"/>
              </a:rPr>
              <a:t>data.</a:t>
            </a:r>
            <a:r>
              <a:rPr dirty="0" sz="1200" spc="-17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0">
                <a:solidFill>
                  <a:srgbClr val="1A2E34"/>
                </a:solidFill>
                <a:latin typeface="Roboto"/>
                <a:cs typeface="Roboto"/>
              </a:rPr>
              <a:t>properties</a:t>
            </a:r>
            <a:r>
              <a:rPr dirty="0" sz="1200" spc="-6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000" spc="-65">
                <a:solidFill>
                  <a:srgbClr val="1A2E34"/>
                </a:solidFill>
                <a:latin typeface="Roboto"/>
                <a:cs typeface="Roboto"/>
              </a:rPr>
              <a:t>ﬁ</a:t>
            </a:r>
            <a:r>
              <a:rPr dirty="0" sz="1200" spc="-65">
                <a:solidFill>
                  <a:srgbClr val="1A2E34"/>
                </a:solidFill>
                <a:latin typeface="Roboto"/>
                <a:cs typeface="Roboto"/>
              </a:rPr>
              <a:t>le</a:t>
            </a:r>
            <a:r>
              <a:rPr dirty="0" sz="1200" spc="-9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05">
                <a:solidFill>
                  <a:srgbClr val="1A2E34"/>
                </a:solidFill>
                <a:latin typeface="Roboto"/>
                <a:cs typeface="Roboto"/>
              </a:rPr>
              <a:t>holds</a:t>
            </a:r>
            <a:r>
              <a:rPr dirty="0" sz="1200" spc="-6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1A2E34"/>
                </a:solidFill>
                <a:latin typeface="Roboto"/>
                <a:cs typeface="Roboto"/>
              </a:rPr>
              <a:t>URL, </a:t>
            </a:r>
            <a:r>
              <a:rPr dirty="0" sz="1200" spc="-145">
                <a:solidFill>
                  <a:srgbClr val="1A2E34"/>
                </a:solidFill>
                <a:latin typeface="Roboto"/>
                <a:cs typeface="Roboto"/>
              </a:rPr>
              <a:t>frameworkUrl</a:t>
            </a:r>
            <a:r>
              <a:rPr dirty="0" sz="1200" spc="-3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90">
                <a:solidFill>
                  <a:srgbClr val="1A2E34"/>
                </a:solidFill>
                <a:latin typeface="Roboto"/>
                <a:cs typeface="Roboto"/>
              </a:rPr>
              <a:t>&amp;</a:t>
            </a:r>
            <a:r>
              <a:rPr dirty="0" sz="1200" spc="-14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0">
                <a:solidFill>
                  <a:srgbClr val="1A2E34"/>
                </a:solidFill>
                <a:latin typeface="Roboto"/>
                <a:cs typeface="Roboto"/>
              </a:rPr>
              <a:t>browser </a:t>
            </a:r>
            <a:r>
              <a:rPr dirty="0" sz="950">
                <a:solidFill>
                  <a:srgbClr val="1A2E34"/>
                </a:solidFill>
                <a:latin typeface="Roboto"/>
                <a:cs typeface="Roboto"/>
              </a:rPr>
              <a:t>—</a:t>
            </a:r>
            <a:r>
              <a:rPr dirty="0" sz="950" spc="15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1A2E34"/>
                </a:solidFill>
                <a:latin typeface="Roboto"/>
                <a:cs typeface="Roboto"/>
              </a:rPr>
              <a:t>easy </a:t>
            </a:r>
            <a:r>
              <a:rPr dirty="0" sz="1200" spc="-120">
                <a:solidFill>
                  <a:srgbClr val="1A2E34"/>
                </a:solidFill>
                <a:latin typeface="Roboto"/>
                <a:cs typeface="Roboto"/>
              </a:rPr>
              <a:t>environment</a:t>
            </a:r>
            <a:r>
              <a:rPr dirty="0" sz="1200" spc="-8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20">
                <a:solidFill>
                  <a:srgbClr val="1A2E34"/>
                </a:solidFill>
                <a:latin typeface="Roboto"/>
                <a:cs typeface="Roboto"/>
              </a:rPr>
              <a:t>switching</a:t>
            </a:r>
            <a:r>
              <a:rPr dirty="0" sz="1200" spc="3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105">
                <a:solidFill>
                  <a:srgbClr val="1A2E34"/>
                </a:solidFill>
                <a:latin typeface="Roboto"/>
                <a:cs typeface="Roboto"/>
              </a:rPr>
              <a:t>without</a:t>
            </a:r>
            <a:r>
              <a:rPr dirty="0" sz="1200" spc="-80">
                <a:solidFill>
                  <a:srgbClr val="1A2E34"/>
                </a:solidFill>
                <a:latin typeface="Roboto"/>
                <a:cs typeface="Roboto"/>
              </a:rPr>
              <a:t> </a:t>
            </a:r>
            <a:r>
              <a:rPr dirty="0" sz="1200" spc="-95">
                <a:solidFill>
                  <a:srgbClr val="1A2E34"/>
                </a:solidFill>
                <a:latin typeface="Roboto"/>
                <a:cs typeface="Roboto"/>
              </a:rPr>
              <a:t>code </a:t>
            </a:r>
            <a:r>
              <a:rPr dirty="0" sz="1200" spc="-10">
                <a:solidFill>
                  <a:srgbClr val="1A2E34"/>
                </a:solidFill>
                <a:latin typeface="Roboto"/>
                <a:cs typeface="Roboto"/>
              </a:rPr>
              <a:t>change.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02004" y="1221858"/>
            <a:ext cx="9089390" cy="5113020"/>
            <a:chOff x="802004" y="1221858"/>
            <a:chExt cx="9089390" cy="5113020"/>
          </a:xfrm>
        </p:grpSpPr>
        <p:sp>
          <p:nvSpPr>
            <p:cNvPr id="3" name="object 3"/>
            <p:cNvSpPr/>
            <p:nvPr/>
          </p:nvSpPr>
          <p:spPr>
            <a:xfrm>
              <a:off x="802004" y="2403479"/>
              <a:ext cx="9089390" cy="3931285"/>
            </a:xfrm>
            <a:custGeom>
              <a:avLst/>
              <a:gdLst/>
              <a:ahLst/>
              <a:cxnLst/>
              <a:rect l="l" t="t" r="r" b="b"/>
              <a:pathLst>
                <a:path w="9089390" h="3931285">
                  <a:moveTo>
                    <a:pt x="0" y="3931161"/>
                  </a:moveTo>
                  <a:lnTo>
                    <a:pt x="9089389" y="3931161"/>
                  </a:lnTo>
                  <a:lnTo>
                    <a:pt x="9089389" y="0"/>
                  </a:lnTo>
                  <a:lnTo>
                    <a:pt x="0" y="0"/>
                  </a:lnTo>
                  <a:lnTo>
                    <a:pt x="0" y="3931161"/>
                  </a:lnTo>
                  <a:close/>
                </a:path>
              </a:pathLst>
            </a:custGeom>
            <a:solidFill>
              <a:srgbClr val="004E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02004" y="1221858"/>
              <a:ext cx="9089390" cy="1181735"/>
            </a:xfrm>
            <a:custGeom>
              <a:avLst/>
              <a:gdLst/>
              <a:ahLst/>
              <a:cxnLst/>
              <a:rect l="l" t="t" r="r" b="b"/>
              <a:pathLst>
                <a:path w="9089390" h="1181735">
                  <a:moveTo>
                    <a:pt x="9144000" y="1188719"/>
                  </a:moveTo>
                  <a:lnTo>
                    <a:pt x="0" y="1188719"/>
                  </a:lnTo>
                  <a:lnTo>
                    <a:pt x="0" y="0"/>
                  </a:lnTo>
                  <a:lnTo>
                    <a:pt x="9144000" y="0"/>
                  </a:lnTo>
                  <a:lnTo>
                    <a:pt x="9144000" y="1188719"/>
                  </a:lnTo>
                  <a:close/>
                </a:path>
              </a:pathLst>
            </a:custGeom>
            <a:solidFill>
              <a:srgbClr val="0180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311" rIns="0" bIns="0" rtlCol="0" vert="horz">
            <a:spAutoFit/>
          </a:bodyPr>
          <a:lstStyle/>
          <a:p>
            <a:pPr marL="454025">
              <a:lnSpc>
                <a:spcPct val="100000"/>
              </a:lnSpc>
              <a:spcBef>
                <a:spcPts val="90"/>
              </a:spcBef>
            </a:pPr>
            <a:r>
              <a:rPr dirty="0" spc="-515"/>
              <a:t>Summary</a:t>
            </a:r>
            <a:r>
              <a:rPr dirty="0" spc="-434"/>
              <a:t> </a:t>
            </a:r>
            <a:r>
              <a:rPr dirty="0" spc="-204"/>
              <a:t>&amp;</a:t>
            </a:r>
            <a:r>
              <a:rPr dirty="0" spc="-515"/>
              <a:t> </a:t>
            </a:r>
            <a:r>
              <a:rPr dirty="0" spc="-434"/>
              <a:t>Conclusion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43774" y="2033278"/>
            <a:ext cx="2781935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40">
                <a:solidFill>
                  <a:srgbClr val="01C299"/>
                </a:solidFill>
                <a:latin typeface="Roboto"/>
                <a:cs typeface="Roboto"/>
              </a:rPr>
              <a:t>GoStop Automation</a:t>
            </a:r>
            <a:r>
              <a:rPr dirty="0" sz="1450" spc="15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dirty="0" sz="1450" spc="-80">
                <a:solidFill>
                  <a:srgbClr val="01C299"/>
                </a:solidFill>
                <a:latin typeface="Roboto"/>
                <a:cs typeface="Roboto"/>
              </a:rPr>
              <a:t>Testing</a:t>
            </a:r>
            <a:r>
              <a:rPr dirty="0" sz="1450" spc="-5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dirty="0" sz="1450" spc="-20">
                <a:solidFill>
                  <a:srgbClr val="01C299"/>
                </a:solidFill>
                <a:latin typeface="Roboto"/>
                <a:cs typeface="Roboto"/>
              </a:rPr>
              <a:t>Project</a:t>
            </a:r>
            <a:endParaRPr sz="145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86465" y="2578917"/>
            <a:ext cx="1694814" cy="1194435"/>
            <a:chOff x="1386465" y="2578917"/>
            <a:chExt cx="1694814" cy="1194435"/>
          </a:xfrm>
        </p:grpSpPr>
        <p:sp>
          <p:nvSpPr>
            <p:cNvPr id="8" name="object 8"/>
            <p:cNvSpPr/>
            <p:nvPr/>
          </p:nvSpPr>
          <p:spPr>
            <a:xfrm>
              <a:off x="1392815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4" h="1181735">
                  <a:moveTo>
                    <a:pt x="1581909" y="1188720"/>
                  </a:move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39" y="109730"/>
                  </a:lnTo>
                  <a:lnTo>
                    <a:pt x="1691639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close/>
                </a:path>
              </a:pathLst>
            </a:custGeom>
            <a:solidFill>
              <a:srgbClr val="01808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92815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4" h="1181735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39" y="109730"/>
                  </a:lnTo>
                  <a:lnTo>
                    <a:pt x="1691639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810598" y="2259480"/>
            <a:ext cx="838200" cy="1285240"/>
          </a:xfrm>
          <a:prstGeom prst="rect">
            <a:avLst/>
          </a:prstGeom>
        </p:spPr>
        <p:txBody>
          <a:bodyPr wrap="square" lIns="0" tIns="335915" rIns="0" bIns="0" rtlCol="0" vert="horz">
            <a:spAutoFit/>
          </a:bodyPr>
          <a:lstStyle/>
          <a:p>
            <a:pPr algn="ctr" marL="6985">
              <a:lnSpc>
                <a:spcPct val="100000"/>
              </a:lnSpc>
              <a:spcBef>
                <a:spcPts val="2645"/>
              </a:spcBef>
            </a:pPr>
            <a:r>
              <a:rPr dirty="0" sz="4400" spc="-50">
                <a:solidFill>
                  <a:srgbClr val="01C299"/>
                </a:solidFill>
                <a:latin typeface="Roboto"/>
                <a:cs typeface="Roboto"/>
              </a:rPr>
              <a:t>3</a:t>
            </a:r>
            <a:endParaRPr sz="44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1150" spc="-25">
                <a:solidFill>
                  <a:srgbClr val="C7E6E8"/>
                </a:solidFill>
                <a:latin typeface="Roboto"/>
                <a:cs typeface="Roboto"/>
              </a:rPr>
              <a:t>Feature</a:t>
            </a:r>
            <a:r>
              <a:rPr dirty="0" sz="1150" spc="-20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C7E6E8"/>
                </a:solidFill>
                <a:latin typeface="Roboto"/>
                <a:cs typeface="Roboto"/>
              </a:rPr>
              <a:t>Files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40684" y="2578917"/>
            <a:ext cx="1694814" cy="1194435"/>
            <a:chOff x="3340684" y="2578917"/>
            <a:chExt cx="1694814" cy="1194435"/>
          </a:xfrm>
        </p:grpSpPr>
        <p:sp>
          <p:nvSpPr>
            <p:cNvPr id="12" name="object 12"/>
            <p:cNvSpPr/>
            <p:nvPr/>
          </p:nvSpPr>
          <p:spPr>
            <a:xfrm>
              <a:off x="3347034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4" h="1181735">
                  <a:moveTo>
                    <a:pt x="1581909" y="1188720"/>
                  </a:move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39" y="109730"/>
                  </a:lnTo>
                  <a:lnTo>
                    <a:pt x="1691639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close/>
                </a:path>
              </a:pathLst>
            </a:custGeom>
            <a:solidFill>
              <a:srgbClr val="01808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47034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4" h="1181735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39" y="109730"/>
                  </a:lnTo>
                  <a:lnTo>
                    <a:pt x="1691639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752193" y="2259480"/>
            <a:ext cx="865505" cy="1285240"/>
          </a:xfrm>
          <a:prstGeom prst="rect">
            <a:avLst/>
          </a:prstGeom>
        </p:spPr>
        <p:txBody>
          <a:bodyPr wrap="square" lIns="0" tIns="335915" rIns="0" bIns="0" rtlCol="0" vert="horz">
            <a:spAutoFit/>
          </a:bodyPr>
          <a:lstStyle/>
          <a:p>
            <a:pPr algn="ctr" marL="5080">
              <a:lnSpc>
                <a:spcPct val="100000"/>
              </a:lnSpc>
              <a:spcBef>
                <a:spcPts val="2645"/>
              </a:spcBef>
            </a:pPr>
            <a:r>
              <a:rPr dirty="0" sz="4400" spc="-50">
                <a:solidFill>
                  <a:srgbClr val="01C299"/>
                </a:solidFill>
                <a:latin typeface="Roboto"/>
                <a:cs typeface="Roboto"/>
              </a:rPr>
              <a:t>3</a:t>
            </a:r>
            <a:endParaRPr sz="44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1150" spc="-30">
                <a:solidFill>
                  <a:srgbClr val="C7E6E8"/>
                </a:solidFill>
                <a:latin typeface="Roboto"/>
                <a:cs typeface="Roboto"/>
              </a:rPr>
              <a:t>Page</a:t>
            </a:r>
            <a:r>
              <a:rPr dirty="0" sz="1150" spc="-35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C7E6E8"/>
                </a:solidFill>
                <a:latin typeface="Roboto"/>
                <a:cs typeface="Roboto"/>
              </a:rPr>
              <a:t>Objects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94902" y="2578917"/>
            <a:ext cx="1694814" cy="1194435"/>
            <a:chOff x="5294902" y="2578917"/>
            <a:chExt cx="1694814" cy="1194435"/>
          </a:xfrm>
        </p:grpSpPr>
        <p:sp>
          <p:nvSpPr>
            <p:cNvPr id="16" name="object 16"/>
            <p:cNvSpPr/>
            <p:nvPr/>
          </p:nvSpPr>
          <p:spPr>
            <a:xfrm>
              <a:off x="5301252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5" h="1181735">
                  <a:moveTo>
                    <a:pt x="1581909" y="1188720"/>
                  </a:move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40" y="109730"/>
                  </a:lnTo>
                  <a:lnTo>
                    <a:pt x="1691640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close/>
                </a:path>
              </a:pathLst>
            </a:custGeom>
            <a:solidFill>
              <a:srgbClr val="01808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301252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5" h="1181735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40" y="109730"/>
                  </a:lnTo>
                  <a:lnTo>
                    <a:pt x="1691640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630667" y="2259480"/>
            <a:ext cx="1017905" cy="1285240"/>
          </a:xfrm>
          <a:prstGeom prst="rect">
            <a:avLst/>
          </a:prstGeom>
        </p:spPr>
        <p:txBody>
          <a:bodyPr wrap="square" lIns="0" tIns="335915" rIns="0" bIns="0" rtlCol="0" vert="horz">
            <a:spAutoFit/>
          </a:bodyPr>
          <a:lstStyle/>
          <a:p>
            <a:pPr algn="ctr" marL="20955">
              <a:lnSpc>
                <a:spcPct val="100000"/>
              </a:lnSpc>
              <a:spcBef>
                <a:spcPts val="2645"/>
              </a:spcBef>
            </a:pPr>
            <a:r>
              <a:rPr dirty="0" sz="4400" spc="-844">
                <a:solidFill>
                  <a:srgbClr val="01C299"/>
                </a:solidFill>
                <a:latin typeface="Roboto"/>
                <a:cs typeface="Roboto"/>
              </a:rPr>
              <a:t>1</a:t>
            </a:r>
            <a:r>
              <a:rPr dirty="0" sz="4400" spc="-560">
                <a:solidFill>
                  <a:srgbClr val="01C299"/>
                </a:solidFill>
                <a:latin typeface="Roboto"/>
                <a:cs typeface="Roboto"/>
              </a:rPr>
              <a:t> </a:t>
            </a:r>
            <a:r>
              <a:rPr dirty="0" sz="4400" spc="-35">
                <a:solidFill>
                  <a:srgbClr val="01C299"/>
                </a:solidFill>
                <a:latin typeface="Roboto"/>
                <a:cs typeface="Roboto"/>
              </a:rPr>
              <a:t>2+</a:t>
            </a:r>
            <a:endParaRPr sz="44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1150" spc="-10">
                <a:solidFill>
                  <a:srgbClr val="C7E6E8"/>
                </a:solidFill>
                <a:latin typeface="Roboto"/>
                <a:cs typeface="Roboto"/>
              </a:rPr>
              <a:t>Step</a:t>
            </a:r>
            <a:r>
              <a:rPr dirty="0" sz="1150" spc="-35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C7E6E8"/>
                </a:solidFill>
                <a:latin typeface="Roboto"/>
                <a:cs typeface="Roboto"/>
              </a:rPr>
              <a:t>De</a:t>
            </a:r>
            <a:r>
              <a:rPr dirty="0" sz="1100" spc="-10">
                <a:solidFill>
                  <a:srgbClr val="C7E6E8"/>
                </a:solidFill>
                <a:latin typeface="Roboto"/>
                <a:cs typeface="Roboto"/>
              </a:rPr>
              <a:t>ﬁ</a:t>
            </a:r>
            <a:r>
              <a:rPr dirty="0" sz="1150" spc="-10">
                <a:solidFill>
                  <a:srgbClr val="C7E6E8"/>
                </a:solidFill>
                <a:latin typeface="Roboto"/>
                <a:cs typeface="Roboto"/>
              </a:rPr>
              <a:t>nitions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249121" y="2578917"/>
            <a:ext cx="1694814" cy="1194435"/>
            <a:chOff x="7249121" y="2578917"/>
            <a:chExt cx="1694814" cy="1194435"/>
          </a:xfrm>
        </p:grpSpPr>
        <p:sp>
          <p:nvSpPr>
            <p:cNvPr id="20" name="object 20"/>
            <p:cNvSpPr/>
            <p:nvPr/>
          </p:nvSpPr>
          <p:spPr>
            <a:xfrm>
              <a:off x="7255471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5" h="1181735">
                  <a:moveTo>
                    <a:pt x="1581909" y="1188720"/>
                  </a:move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40" y="109730"/>
                  </a:lnTo>
                  <a:lnTo>
                    <a:pt x="1691640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close/>
                </a:path>
              </a:pathLst>
            </a:custGeom>
            <a:solidFill>
              <a:srgbClr val="01808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255471" y="2585267"/>
              <a:ext cx="1682114" cy="1181735"/>
            </a:xfrm>
            <a:custGeom>
              <a:avLst/>
              <a:gdLst/>
              <a:ahLst/>
              <a:cxnLst/>
              <a:rect l="l" t="t" r="r" b="b"/>
              <a:pathLst>
                <a:path w="1682115" h="1181735">
                  <a:moveTo>
                    <a:pt x="0" y="109730"/>
                  </a:moveTo>
                  <a:lnTo>
                    <a:pt x="8623" y="67018"/>
                  </a:lnTo>
                  <a:lnTo>
                    <a:pt x="32139" y="32139"/>
                  </a:lnTo>
                  <a:lnTo>
                    <a:pt x="67018" y="8623"/>
                  </a:lnTo>
                  <a:lnTo>
                    <a:pt x="109730" y="0"/>
                  </a:lnTo>
                  <a:lnTo>
                    <a:pt x="1581909" y="0"/>
                  </a:lnTo>
                  <a:lnTo>
                    <a:pt x="1624621" y="8623"/>
                  </a:lnTo>
                  <a:lnTo>
                    <a:pt x="1659500" y="32139"/>
                  </a:lnTo>
                  <a:lnTo>
                    <a:pt x="1683016" y="67018"/>
                  </a:lnTo>
                  <a:lnTo>
                    <a:pt x="1691640" y="109730"/>
                  </a:lnTo>
                  <a:lnTo>
                    <a:pt x="1691640" y="1078989"/>
                  </a:lnTo>
                  <a:lnTo>
                    <a:pt x="1683016" y="1121701"/>
                  </a:lnTo>
                  <a:lnTo>
                    <a:pt x="1659500" y="1156580"/>
                  </a:lnTo>
                  <a:lnTo>
                    <a:pt x="1624621" y="1180096"/>
                  </a:lnTo>
                  <a:lnTo>
                    <a:pt x="1581909" y="1188720"/>
                  </a:lnTo>
                  <a:lnTo>
                    <a:pt x="109730" y="1188720"/>
                  </a:lnTo>
                  <a:lnTo>
                    <a:pt x="67018" y="1180096"/>
                  </a:lnTo>
                  <a:lnTo>
                    <a:pt x="32139" y="1156580"/>
                  </a:lnTo>
                  <a:lnTo>
                    <a:pt x="8623" y="1121701"/>
                  </a:lnTo>
                  <a:lnTo>
                    <a:pt x="0" y="1078989"/>
                  </a:lnTo>
                  <a:lnTo>
                    <a:pt x="0" y="109730"/>
                  </a:lnTo>
                  <a:close/>
                </a:path>
              </a:pathLst>
            </a:custGeom>
            <a:ln w="12624">
              <a:solidFill>
                <a:srgbClr val="01C2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635382" y="2259480"/>
            <a:ext cx="930910" cy="1285240"/>
          </a:xfrm>
          <a:prstGeom prst="rect">
            <a:avLst/>
          </a:prstGeom>
        </p:spPr>
        <p:txBody>
          <a:bodyPr wrap="square" lIns="0" tIns="3359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45"/>
              </a:spcBef>
            </a:pPr>
            <a:r>
              <a:rPr dirty="0" sz="4400" spc="-50">
                <a:solidFill>
                  <a:srgbClr val="01C299"/>
                </a:solidFill>
                <a:latin typeface="Roboto"/>
                <a:cs typeface="Roboto"/>
              </a:rPr>
              <a:t>6</a:t>
            </a:r>
            <a:endParaRPr sz="44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1150" spc="-20">
                <a:solidFill>
                  <a:srgbClr val="C7E6E8"/>
                </a:solidFill>
                <a:latin typeface="Roboto"/>
                <a:cs typeface="Roboto"/>
              </a:rPr>
              <a:t>Libraries</a:t>
            </a:r>
            <a:r>
              <a:rPr dirty="0" sz="1150" spc="-5">
                <a:solidFill>
                  <a:srgbClr val="C7E6E8"/>
                </a:solidFill>
                <a:latin typeface="Roboto"/>
                <a:cs typeface="Roboto"/>
              </a:rPr>
              <a:t> </a:t>
            </a:r>
            <a:r>
              <a:rPr dirty="0" sz="1150" spc="-20">
                <a:solidFill>
                  <a:srgbClr val="C7E6E8"/>
                </a:solidFill>
                <a:latin typeface="Roboto"/>
                <a:cs typeface="Roboto"/>
              </a:rPr>
              <a:t>Used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56474" y="3994123"/>
            <a:ext cx="200025" cy="1645285"/>
            <a:chOff x="1256474" y="3994123"/>
            <a:chExt cx="200025" cy="1645285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474" y="3994123"/>
              <a:ext cx="199966" cy="19996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474" y="4475860"/>
              <a:ext cx="199966" cy="19996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474" y="4957598"/>
              <a:ext cx="199966" cy="19996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6474" y="5439336"/>
              <a:ext cx="199966" cy="199966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534634" y="3989060"/>
            <a:ext cx="5478145" cy="168275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350" spc="-60">
                <a:solidFill>
                  <a:srgbClr val="D0EDF0"/>
                </a:solidFill>
                <a:latin typeface="Roboto"/>
                <a:cs typeface="Roboto"/>
              </a:rPr>
              <a:t>Robust</a:t>
            </a:r>
            <a:r>
              <a:rPr dirty="0" sz="1350" spc="-5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D0EDF0"/>
                </a:solidFill>
                <a:latin typeface="Roboto"/>
                <a:cs typeface="Roboto"/>
              </a:rPr>
              <a:t>BDD</a:t>
            </a:r>
            <a:r>
              <a:rPr dirty="0" sz="1350" spc="2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0EDF0"/>
                </a:solidFill>
                <a:latin typeface="Roboto"/>
                <a:cs typeface="Roboto"/>
              </a:rPr>
              <a:t>framework</a:t>
            </a:r>
            <a:r>
              <a:rPr dirty="0" sz="1350" spc="-5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60">
                <a:solidFill>
                  <a:srgbClr val="D0EDF0"/>
                </a:solidFill>
                <a:latin typeface="Roboto"/>
                <a:cs typeface="Roboto"/>
              </a:rPr>
              <a:t>with</a:t>
            </a:r>
            <a:r>
              <a:rPr dirty="0" sz="1350" spc="-2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0EDF0"/>
                </a:solidFill>
                <a:latin typeface="Roboto"/>
                <a:cs typeface="Roboto"/>
              </a:rPr>
              <a:t>clean</a:t>
            </a:r>
            <a:r>
              <a:rPr dirty="0" sz="1350" spc="-2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60">
                <a:solidFill>
                  <a:srgbClr val="D0EDF0"/>
                </a:solidFill>
                <a:latin typeface="Roboto"/>
                <a:cs typeface="Roboto"/>
              </a:rPr>
              <a:t>separation</a:t>
            </a:r>
            <a:r>
              <a:rPr dirty="0" sz="1350" spc="-2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>
                <a:solidFill>
                  <a:srgbClr val="D0EDF0"/>
                </a:solidFill>
                <a:latin typeface="Roboto"/>
                <a:cs typeface="Roboto"/>
              </a:rPr>
              <a:t>of</a:t>
            </a:r>
            <a:r>
              <a:rPr dirty="0" sz="1350" spc="-3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0EDF0"/>
                </a:solidFill>
                <a:latin typeface="Roboto"/>
                <a:cs typeface="Roboto"/>
              </a:rPr>
              <a:t>concerns</a:t>
            </a:r>
            <a:r>
              <a:rPr dirty="0" sz="1350" spc="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D0EDF0"/>
                </a:solidFill>
                <a:latin typeface="Roboto"/>
                <a:cs typeface="Roboto"/>
              </a:rPr>
              <a:t>using</a:t>
            </a:r>
            <a:r>
              <a:rPr dirty="0" sz="1350" spc="-3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25">
                <a:solidFill>
                  <a:srgbClr val="D0EDF0"/>
                </a:solidFill>
                <a:latin typeface="Roboto"/>
                <a:cs typeface="Roboto"/>
              </a:rPr>
              <a:t>POM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234100"/>
              </a:lnSpc>
            </a:pPr>
            <a:r>
              <a:rPr dirty="0" sz="1350" spc="-40">
                <a:solidFill>
                  <a:srgbClr val="D0EDF0"/>
                </a:solidFill>
                <a:latin typeface="Roboto"/>
                <a:cs typeface="Roboto"/>
              </a:rPr>
              <a:t>Resilient</a:t>
            </a:r>
            <a:r>
              <a:rPr dirty="0" sz="1350" spc="-3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55">
                <a:solidFill>
                  <a:srgbClr val="D0EDF0"/>
                </a:solidFill>
                <a:latin typeface="Roboto"/>
                <a:cs typeface="Roboto"/>
              </a:rPr>
              <a:t>date</a:t>
            </a:r>
            <a:r>
              <a:rPr dirty="0" sz="1350" spc="-2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D0EDF0"/>
                </a:solidFill>
                <a:latin typeface="Roboto"/>
                <a:cs typeface="Roboto"/>
              </a:rPr>
              <a:t>handling</a:t>
            </a:r>
            <a:r>
              <a:rPr dirty="0" sz="1350" spc="-1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D0EDF0"/>
                </a:solidFill>
                <a:latin typeface="Roboto"/>
                <a:cs typeface="Roboto"/>
              </a:rPr>
              <a:t>via</a:t>
            </a:r>
            <a:r>
              <a:rPr dirty="0" sz="1350" spc="-1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D0EDF0"/>
                </a:solidFill>
                <a:latin typeface="Roboto"/>
                <a:cs typeface="Roboto"/>
              </a:rPr>
              <a:t>URL</a:t>
            </a:r>
            <a:r>
              <a:rPr dirty="0" sz="1350" spc="-4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55">
                <a:solidFill>
                  <a:srgbClr val="D0EDF0"/>
                </a:solidFill>
                <a:latin typeface="Roboto"/>
                <a:cs typeface="Roboto"/>
              </a:rPr>
              <a:t>parameters</a:t>
            </a:r>
            <a:r>
              <a:rPr dirty="0" sz="1350" spc="3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70">
                <a:solidFill>
                  <a:srgbClr val="D0EDF0"/>
                </a:solidFill>
                <a:latin typeface="Roboto"/>
                <a:cs typeface="Roboto"/>
              </a:rPr>
              <a:t>avoids</a:t>
            </a:r>
            <a:r>
              <a:rPr dirty="0" sz="1350" spc="2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D0EDF0"/>
                </a:solidFill>
                <a:latin typeface="Roboto"/>
                <a:cs typeface="Roboto"/>
              </a:rPr>
              <a:t>ﬂ</a:t>
            </a:r>
            <a:r>
              <a:rPr dirty="0" sz="1350" spc="-40">
                <a:solidFill>
                  <a:srgbClr val="D0EDF0"/>
                </a:solidFill>
                <a:latin typeface="Roboto"/>
                <a:cs typeface="Roboto"/>
              </a:rPr>
              <a:t>aky</a:t>
            </a:r>
            <a:r>
              <a:rPr dirty="0" sz="1350" spc="-8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D0EDF0"/>
                </a:solidFill>
                <a:latin typeface="Roboto"/>
                <a:cs typeface="Roboto"/>
              </a:rPr>
              <a:t>calendar</a:t>
            </a:r>
            <a:r>
              <a:rPr dirty="0" sz="1350" spc="-7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0EDF0"/>
                </a:solidFill>
                <a:latin typeface="Roboto"/>
                <a:cs typeface="Roboto"/>
              </a:rPr>
              <a:t>interactions Reusable</a:t>
            </a:r>
            <a:r>
              <a:rPr dirty="0" sz="1350" spc="-1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55">
                <a:solidFill>
                  <a:srgbClr val="D0EDF0"/>
                </a:solidFill>
                <a:latin typeface="Roboto"/>
                <a:cs typeface="Roboto"/>
              </a:rPr>
              <a:t>hooks</a:t>
            </a:r>
            <a:r>
              <a:rPr dirty="0" sz="1350" spc="3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60">
                <a:solidFill>
                  <a:srgbClr val="D0EDF0"/>
                </a:solidFill>
                <a:latin typeface="Roboto"/>
                <a:cs typeface="Roboto"/>
              </a:rPr>
              <a:t>with</a:t>
            </a:r>
            <a:r>
              <a:rPr dirty="0" sz="1350" spc="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55">
                <a:solidFill>
                  <a:srgbClr val="D0EDF0"/>
                </a:solidFill>
                <a:latin typeface="Roboto"/>
                <a:cs typeface="Roboto"/>
              </a:rPr>
              <a:t>Allure</a:t>
            </a:r>
            <a:r>
              <a:rPr dirty="0" sz="1350" spc="-1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D0EDF0"/>
                </a:solidFill>
                <a:latin typeface="Roboto"/>
                <a:cs typeface="Roboto"/>
              </a:rPr>
              <a:t>integration</a:t>
            </a:r>
            <a:r>
              <a:rPr dirty="0" sz="135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55">
                <a:solidFill>
                  <a:srgbClr val="D0EDF0"/>
                </a:solidFill>
                <a:latin typeface="Roboto"/>
                <a:cs typeface="Roboto"/>
              </a:rPr>
              <a:t>ensure</a:t>
            </a:r>
            <a:r>
              <a:rPr dirty="0" sz="1350" spc="-1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60">
                <a:solidFill>
                  <a:srgbClr val="D0EDF0"/>
                </a:solidFill>
                <a:latin typeface="Roboto"/>
                <a:cs typeface="Roboto"/>
              </a:rPr>
              <a:t>maintainable</a:t>
            </a:r>
            <a:r>
              <a:rPr dirty="0" sz="1350" spc="-1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40">
                <a:solidFill>
                  <a:srgbClr val="D0EDF0"/>
                </a:solidFill>
                <a:latin typeface="Roboto"/>
                <a:cs typeface="Roboto"/>
              </a:rPr>
              <a:t>test</a:t>
            </a:r>
            <a:r>
              <a:rPr dirty="0" sz="1350" spc="-3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10">
                <a:solidFill>
                  <a:srgbClr val="D0EDF0"/>
                </a:solidFill>
                <a:latin typeface="Roboto"/>
                <a:cs typeface="Roboto"/>
              </a:rPr>
              <a:t>reporting </a:t>
            </a:r>
            <a:r>
              <a:rPr dirty="0" sz="1350" spc="-55">
                <a:solidFill>
                  <a:srgbClr val="D0EDF0"/>
                </a:solidFill>
                <a:latin typeface="Roboto"/>
                <a:cs typeface="Roboto"/>
              </a:rPr>
              <a:t>ThreadLocal</a:t>
            </a:r>
            <a:r>
              <a:rPr dirty="0" sz="1350" spc="5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0EDF0"/>
                </a:solidFill>
                <a:latin typeface="Roboto"/>
                <a:cs typeface="Roboto"/>
              </a:rPr>
              <a:t>WebDriver</a:t>
            </a:r>
            <a:r>
              <a:rPr dirty="0" sz="1350" spc="-75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50">
                <a:solidFill>
                  <a:srgbClr val="D0EDF0"/>
                </a:solidFill>
                <a:latin typeface="Roboto"/>
                <a:cs typeface="Roboto"/>
              </a:rPr>
              <a:t>design</a:t>
            </a:r>
            <a:r>
              <a:rPr dirty="0" sz="135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D0EDF0"/>
                </a:solidFill>
                <a:latin typeface="Roboto"/>
                <a:cs typeface="Roboto"/>
              </a:rPr>
              <a:t>supports</a:t>
            </a:r>
            <a:r>
              <a:rPr dirty="0" sz="1350" spc="3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D0EDF0"/>
                </a:solidFill>
                <a:latin typeface="Roboto"/>
                <a:cs typeface="Roboto"/>
              </a:rPr>
              <a:t>future</a:t>
            </a:r>
            <a:r>
              <a:rPr dirty="0" sz="1350" spc="-2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60">
                <a:solidFill>
                  <a:srgbClr val="D0EDF0"/>
                </a:solidFill>
                <a:latin typeface="Roboto"/>
                <a:cs typeface="Roboto"/>
              </a:rPr>
              <a:t>parallel</a:t>
            </a:r>
            <a:r>
              <a:rPr dirty="0" sz="1350" spc="6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55">
                <a:solidFill>
                  <a:srgbClr val="D0EDF0"/>
                </a:solidFill>
                <a:latin typeface="Roboto"/>
                <a:cs typeface="Roboto"/>
              </a:rPr>
              <a:t>execution</a:t>
            </a:r>
            <a:r>
              <a:rPr dirty="0" sz="1350">
                <a:solidFill>
                  <a:srgbClr val="D0EDF0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D0EDF0"/>
                </a:solidFill>
                <a:latin typeface="Roboto"/>
                <a:cs typeface="Roboto"/>
              </a:rPr>
              <a:t>scale-</a:t>
            </a:r>
            <a:r>
              <a:rPr dirty="0" sz="1350" spc="-25">
                <a:solidFill>
                  <a:srgbClr val="D0EDF0"/>
                </a:solidFill>
                <a:latin typeface="Roboto"/>
                <a:cs typeface="Roboto"/>
              </a:rPr>
              <a:t>out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79242" y="6084733"/>
            <a:ext cx="3550285" cy="1797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60"/>
              </a:lnSpc>
            </a:pPr>
            <a:r>
              <a:rPr dirty="0" sz="1200" spc="-120">
                <a:solidFill>
                  <a:srgbClr val="4A6F78"/>
                </a:solidFill>
                <a:latin typeface="Roboto"/>
                <a:cs typeface="Roboto"/>
              </a:rPr>
              <a:t>Built</a:t>
            </a:r>
            <a:r>
              <a:rPr dirty="0" sz="1200" spc="-114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95">
                <a:solidFill>
                  <a:srgbClr val="4A6F78"/>
                </a:solidFill>
                <a:latin typeface="Roboto"/>
                <a:cs typeface="Roboto"/>
              </a:rPr>
              <a:t>with</a:t>
            </a:r>
            <a:r>
              <a:rPr dirty="0" sz="1200" spc="19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4A6F78"/>
                </a:solidFill>
                <a:latin typeface="Roboto"/>
                <a:cs typeface="Roboto"/>
              </a:rPr>
              <a:t>Selenium</a:t>
            </a:r>
            <a:r>
              <a:rPr dirty="0" sz="1200" spc="-7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dirty="0" sz="1200" spc="2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14">
                <a:solidFill>
                  <a:srgbClr val="4A6F78"/>
                </a:solidFill>
                <a:latin typeface="Roboto"/>
                <a:cs typeface="Roboto"/>
              </a:rPr>
              <a:t>Cucumber</a:t>
            </a:r>
            <a:r>
              <a:rPr dirty="0" sz="1200" spc="-14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dirty="0" sz="1200" spc="1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50">
                <a:solidFill>
                  <a:srgbClr val="4A6F78"/>
                </a:solidFill>
                <a:latin typeface="Roboto"/>
                <a:cs typeface="Roboto"/>
              </a:rPr>
              <a:t>TestNG</a:t>
            </a:r>
            <a:r>
              <a:rPr dirty="0" sz="1200" spc="-5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dirty="0" sz="1200" spc="2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55">
                <a:solidFill>
                  <a:srgbClr val="4A6F78"/>
                </a:solidFill>
                <a:latin typeface="Roboto"/>
                <a:cs typeface="Roboto"/>
              </a:rPr>
              <a:t>Maven</a:t>
            </a:r>
            <a:r>
              <a:rPr dirty="0" sz="1200" spc="-1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30">
                <a:solidFill>
                  <a:srgbClr val="4A6F78"/>
                </a:solidFill>
                <a:latin typeface="Roboto"/>
                <a:cs typeface="Roboto"/>
              </a:rPr>
              <a:t>·</a:t>
            </a:r>
            <a:r>
              <a:rPr dirty="0" sz="1200" spc="20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110">
                <a:solidFill>
                  <a:srgbClr val="4A6F78"/>
                </a:solidFill>
                <a:latin typeface="Roboto"/>
                <a:cs typeface="Roboto"/>
              </a:rPr>
              <a:t>Allure</a:t>
            </a:r>
            <a:r>
              <a:rPr dirty="0" sz="1200" spc="-130">
                <a:solidFill>
                  <a:srgbClr val="4A6F78"/>
                </a:solidFill>
                <a:latin typeface="Roboto"/>
                <a:cs typeface="Roboto"/>
              </a:rPr>
              <a:t> ·</a:t>
            </a:r>
            <a:r>
              <a:rPr dirty="0" sz="1200" spc="15">
                <a:solidFill>
                  <a:srgbClr val="4A6F78"/>
                </a:solidFill>
                <a:latin typeface="Roboto"/>
                <a:cs typeface="Roboto"/>
              </a:rPr>
              <a:t> </a:t>
            </a:r>
            <a:r>
              <a:rPr dirty="0" sz="1200" spc="-65">
                <a:solidFill>
                  <a:srgbClr val="4A6F78"/>
                </a:solidFill>
                <a:latin typeface="Roboto"/>
                <a:cs typeface="Roboto"/>
              </a:rPr>
              <a:t>Log4j</a:t>
            </a:r>
            <a:endParaRPr sz="12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2026-06-23T04:28:56Z</dcterms:created>
  <dcterms:modified xsi:type="dcterms:W3CDTF">2026-06-23T04:28:56Z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2026-06-23T00:00:00Z</vt:filetime>
  </property>
  <property fmtid="{D5CDD505-2E9C-101B-9397-08002B2CF9AE}" pid="4" name="Producer">
    <vt:lpwstr>Skia/PDF m136</vt:lpwstr>
  </property>
  <property fmtid="{D5CDD505-2E9C-101B-9397-08002B2CF9AE}" pid="5" name="LastSaved">
    <vt:filetime>2026-06-23T00:00:00Z</vt:filetime>
  </property>
</Properties>
</file>